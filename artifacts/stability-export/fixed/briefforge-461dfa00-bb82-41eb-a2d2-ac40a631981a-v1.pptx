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USD/席位/月</c:v>
                </c:pt>
              </c:strCache>
            </c:strRef>
          </c:tx>
          <c:spPr>
            <a:solidFill>
              <a:srgbClr val="275C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森屿笔记（虚构）</c:v>
                  </c:pt>
                  <c:pt idx="1">
                    <c:v>桥塔知识（虚构）</c:v>
                  </c:pt>
                  <c:pt idx="2">
                    <c:v>星河文库（虚构）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DE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USD/席位/月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E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报告日期 2026-10-02T22:23:36.900404+00:00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森屿笔记（虚构）：森屿笔记（虚构）定位于面向中小型咨询团队的项目知识与会议记录。
森屿笔记（虚构）：森屿笔记（虚构）的核心功能包括文档协作、会议纪要关联和引用检索。
森屿笔记（虚构）：森屿笔记（虚构）的企业版支持 SAML SSO，团队版不支持，该功能自 2026 年 9 月 15 日起生效。
桥塔知识（虚构）：桥塔知识（虚构）定位于面向企业 IT 团队的权限治理与跨部门知识库。
桥塔知识（虚构）：桥塔知识（虚构）的核心功能包括版本管理、权限分组和目录同步。
桥塔知识（虚构）：桥塔知识（虚构）的企业版支持 SAML SSO，团队版不支持，该功能自 2026-06-01 生效。
星河文库（虚构）：星河文库（虚构）定位于面向创意团队的轻量文档与素材协作。
星河文库（虚构）：星河文库（虚构）的核心功能包括共享文档、素材索引和访客评论。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森屿笔记（虚构） / 核心功能: 森屿笔记（虚构）的核心功能包括文档协作、会议纪要关联和引用检索。
状态: 有来源支持
适用条件: 
证据:
64 核心功能：文档协作、会议纪要关联、引用检索。
49 核心功能：文档协作、会议纪要关联、引用检索。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森屿笔记（虚构） / 近期变化: 森屿笔记（虚构）近期更新了文档检索结果的来源定位，并补充了登录能力说明。
状态: 有来源支持
适用条件: 
证据:
60 近期变化：更新文档检索结果的来源定位，并补充登录能力说明。
森屿笔记（虚构） / 用户反馈: 一名合成咨询团队用户反馈，会议记录能连接项目文档，但初次整理目录需要时间。
状态: 有来源支持
适用条件: 
证据:
77 一名合成咨询团队用户表示，会议记录能连接项目文档，但初次整理目录需要时间。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[06] 森屿笔记（虚构） 常见问题; 2026-09-18T00:00:00+00:00; 内置虚构资料; source:5a175f47-c96f-490b-a988-046701074dea; version:1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[05] 森屿笔记（虚构） 合成用户体验记录; 2026-09-20T00:00:00+00:00; 内置虚构资料; source:5af0d021-fd31-4481-bbac-497e6cfcf261; version:1
[02] 森屿笔记（虚构） 当前价格与付款周期; 2026-09-15T00:00:00+00:00; 内置虚构资料; source:ece2e5a6-5e01-46fd-b263-a473f11dd72e;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桥塔知识（虚构） / 核心功能: 桥塔知识（虚构）的核心功能包括版本管理、权限分组和目录同步。
状态: 有来源支持
适用条件: 
证据:
150 核心功能：版本管理、权限分组、目录同步。
144 核心功能：版本管理、权限分组、目录同步。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桥塔知识（虚构） / 近期变化: 近期变化包括更新文档检索结果的来源定位，并补充登录能力说明。
状态: 有来源支持
适用条件: 
证据:
157 近期变化：更新文档检索结果的来源定位，并补充登录能力说明。
桥塔知识（虚构） / 用户反馈: 一名合成 IT 管理员表示，权限分组便于核对，但配置步骤较多。
状态: 有来源支持
适用条件: 单条合成体验，不代表用户总体，不可据此估算满意度、留存率或市场份额
证据:
138 一名合成 IT 管理员表示，权限分组便于核对，配置步骤较多。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[16] 桥塔知识（虚构） 常见问题; 2026-09-18T00:00:00+00:00; 内置虚构资料; source:a1900376-c17a-40f6-aab4-05788fd5f4df;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[15] 桥塔知识（虚构） 合成用户体验记录; 2026-09-20T00:00:00+00:00; 内置虚构资料; source:72d11230-5b32-45f2-95d5-41e2f915950a; version:1
[12] 桥塔知识（虚构） 当前价格与付款周期; 2026-09-15T00:00:00+00:00; 内置虚构资料; source:d70f4f6f-a315-4f7a-a8fb-422e0cd188c5;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星河文库（虚构） / 核心功能: 星河文库（虚构）的核心功能包括共享文档、素材索引和访客评论。
状态: 有来源支持
适用条件: 
证据:
100 核心功能：共享文档、素材索引、访客评论。
70 核心功能：共享文档、素材索引、访客评论。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星河文库（虚构） / 近期变化: 星河文库（虚构）近期更新了文档检索结果的来源定位，并补充了登录能力说明。
状态: 有来源支持
适用条件: 
证据:
50 近期变化：更新文档检索结果的来源定位，并补充登录能力说明。
星河文库（虚构） / 用户反馈: 一名合成设计师反馈，星河文库（虚构）的访客评论容易上手，但大型文件夹查找仍需改进。
状态: 有来源支持
适用条件: 单条合成体验，不代表用户总体
证据:
70 用户反馈：一名合成设计师表示，访客评论容易上手，大型文件夹查找仍需改进。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[26] 星河文库（虚构） 常见问题; 2026-09-18T00:00:00+00:00; 内置虚构资料; source:7edd520e-de3b-4848-8528-71504e0dc096;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[25] 星河文库（虚构） 合成用户体验记录; 2026-09-20T00:00:00+00:00; 内置虚构资料; source:e623c26c-0683-4d00-a4d9-4f3cf3940fb2; version:1
[22] 星河文库（虚构） 当前价格与付款周期; 2026-09-15T00:00:00+00:00; 内置虚构资料; source:593d58f8-3d49-40e3-b75b-a5617cc595e9;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[02] 森屿笔记（虚构） 当前价格与付款周期; 2026-09-15T00:00:00+00:00; 内置虚构资料; source:ece2e5a6-5e01-46fd-b263-a473f11dd72e; version:1
[12] 桥塔知识（虚构） 当前价格与付款周期; 2026-09-15T00:00:00+00:00; 内置虚构资料; source:d70f4f6f-a315-4f7a-a8fb-422e0cd188c5; version:1
[22] 星河文库（虚构） 当前价格与付款周期; 2026-09-15T00:00:00+00:00; 内置虚构资料; source:593d58f8-3d49-40e3-b75b-a5617cc595e9; version:1
{"kind":"price","title":"团队版年付月均报价","series":"USD/席位/月","labels":["森屿笔记（虚构）","桥塔知识（虚构）","星河文库（虚构）"],"values":[12,18,9],"note":"USD/席位/月，按年付费，未含税。仅比较资料中的团队版标价，企业版和月付条件见对应说明。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行业 / 行业背景: 行业背景：未披露或无法确认。
状态: 待确认
适用条件: 不确定性同样适用于相关章节；请查看原文与核查记录。
证据: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待确认事项
星河文库（虚构） / SSO：星河文库（虚构）未披露 SAML SSO 的支持情况，需要进一步向厂商确认。
行业 / 行业背景：现有证据尚不能形成确定结论。
行业 / 行业背景：行业背景：未披露或无法确认。
星河文库（虚构） / SSO：SSO：未披露或无法确认。
本版本变化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虚构测试资料
报告版本 1; report:461dfa00-bb82-41eb-a2d2-ac40a631981a; sha256:916a0538a8388d87c0aa2a33687f7c00105c6f1ab8a0993315dfe477ca8fb9d4
行业 / 行业背景: 行业背景：未披露或无法确认。
状态: 待确认
适用条件: 不确定性同样适用于相关章节；请查看原文与核查记录。
证据:
森屿笔记（虚构） / 定位: 森屿笔记（虚构）定位于面向中小型咨询团队的项目知识与会议记录。
状态: 有来源支持
适用条件: 
证据:
134 定位：面向中小型咨询团队的项目知识与会议记录。
46 定位：面向中小型咨询团队的项目知识与会议记录。
森屿笔记（虚构） / 核心功能: 森屿笔记（虚构）的核心功能包括文档协作、会议纪要关联和引用检索。
状态: 有来源支持
适用条件: 
证据:
64 核心功能：文档协作、会议纪要关联、引用检索。
49 核心功能：文档协作、会议纪要关联、引用检索。
森屿笔记（虚构） / SSO: 森屿笔记（虚构）的企业版支持 SAML SSO，团队版不支持，该功能自 2026 年 9 月 15 日起生效。
状态: 有来源支持
适用条件: 
证据:
70 SSO：企业版支持 SAML SSO，团队版不支持；自 2026-09-15 生效。
90 SSO：企业版支持 SAML SSO，团队版不支持；自 2026-09-15 生效。
森屿笔记（虚构） / 近期变化: 森屿笔记（虚构）近期更新了文档检索结果的来源定位，并补充了登录能力说明。
状态: 有来源支持
适用条件: 
证据:
60 近期变化：更新文档检索结果的来源定位，并补充登录能力说明。
森屿笔记（虚构） / 用户反馈: 一名合成咨询团队用户反馈，会议记录能连接项目文档，但初次整理目录需要时间。
状态: 有来源支持
适用条件: 
证据:
77 一名合成咨询团队用户表示，会议记录能连接项目文档，但初次整理目录需要时间。
桥塔知识（虚构） / 定位: 桥塔知识（虚构）定位于面向企业 IT 团队的权限治理与跨部门知识库。
状态: 有来源支持
适用条件: 
证据:
137 定位：面向企业 IT 团队的权限治理与跨部门知识库。
150 定位：面向企业 IT 团队的权限治理与跨部门知识库。
桥塔知识（虚构） / 核心功能: 桥塔知识（虚构）的核心功能包括版本管理、权限分组和目录同步。
状态: 有来源支持
适用条件: 
证据:
150 核心功能：版本管理、权限分组、目录同步。
144 核心功能：版本管理、权限分组、目录同步。
桥塔知识（虚构） / SSO: 桥塔知识（虚构）的企业版支持 SAML SSO，团队版不支持，该功能自 2026-06-01 生效。
状态: 有来源支持
适用条件: 
证据:
149 SSO：企业版支持 SAML SSO，团队版不支持；自 2026-06-01 生效。
157 SSO：企业版支持 SAML SSO，团队版不支持；自 2026-06-01 生效。
桥塔知识（虚构） / 近期变化: 近期变化包括更新文档检索结果的来源定位，并补充登录能力说明。
状态: 有来源支持
适用条件: 
证据:
157 近期变化：更新文档检索结果的来源定位，并补充登录能力说明。
桥塔知识（虚构） / 用户反馈: 一名合成 IT 管理员表示，权限分组便于核对，但配置步骤较多。
状态: 有来源支持
适用条件: 单条合成体验，不代表用户总体，不可据此估算满意度、留存率或市场份额
证据:
138 一名合成 IT 管理员表示，权限分组便于核对，配置步骤较多。
星河文库（虚构） / 定位: 星河文库（虚构）定位于面向创意团队的轻量文档与素材协作。
状态: 有来源支持
适用条件: 
证据:
131 定位：面向创意团队的轻量文档与素材协作。
100 定位：面向创意团队的轻量文档与素材协作。
星河文库（虚构） / 核心功能: 星河文库（虚构）的核心功能包括共享文档、素材索引和访客评论。
状态: 有来源支持
适用条件: 
证据:
100 核心功能：共享文档、素材索引、访客评论。
70 核心功能：共享文档、素材索引、访客评论。
星河文库（虚构） / SSO: SSO：未披露或无法确认。
状态: 待确认
适用条件: 不确定性同样适用于相关章节；请查看原文与核查记录。
证据:
1-141 SSO：未披露 SAML SSO 的支持情况，需要进一步向厂商确认。
100-149 SSO：未披露 SAML SSO 的支持情况，需要进一步向厂商确认。
星河文库（虚构） / 近期变化: 星河文库（虚构）近期更新了文档检索结果的来源定位，并补充了登录能力说明。
状态: 有来源支持
适用条件: 
证据:
50 近期变化：更新文档检索结果的来源定位，并补充登录能力说明。
星河文库（虚构） / 用户反馈: 一名合成设计师反馈，星河文库（虚构）的访客评论容易上手，但大型文件夹查找仍需改进。
状态: 有来源支持
适用条件: 单条合成体验，不代表用户总体
证据:
70 用户反馈：一名合成设计师表示，访客评论容易上手，大型文件夹查找仍需改进。
森屿笔记（虚构） / 价格: 价格：团队版 USD 12/席位/月，按年付费，未含税；月付为 USD 16/席位/月。企业版需单独询价。
计费说明：报价按有效席位计算，币种以本页标注为准。年度套餐按年收款，月均价格不等于按月结算。
状态: 有来源支持
适用条件: 
证据:
字符 63:163 价格：团队版 USD 12/席位/月，按年付费，未含税；月付为 USD 16/席位/月。企业版需单独询价。
计费说明：报价按有效席位计算，币种以本页标注为准。年度套餐按年收款，月均价格不等于按月结算。
桥塔知识（虚构） / 价格: 价格：团队版 USD 18/席位/月，按年付费，未含税；月付为 USD 23/席位/月。企业版需单独询价。
计费说明：报价按有效席位计算，币种以本页标注为准。年度套餐按年收款，月均价格不等于按月结算。
状态: 有来源支持
适用条件: 
证据:
字符 63:163 价格：团队版 USD 18/席位/月，按年付费，未含税；月付为 USD 23/席位/月。企业版需单独询价。
计费说明：报价按有效席位计算，币种以本页标注为准。年度套餐按年收款，月均价格不等于按月结算。
星河文库（虚构） / 价格: 价格：团队版 USD 9/席位/月，按年付费，未含税；月付为 USD 12/席位/月。企业版需单独询价。
计费说明：报价按有效席位计算，币种以本页标注为准。年度套餐按年收款，月均价格不等于按月结算。
状态: 有来源支持
适用条件: 
证据:
字符 63:162 价格：团队版 USD 9/席位/月，按年付费，未含税；月付为 USD 12/席位/月。企业版需单独询价。
计费说明：报价按有效席位计算，币种以本页标注为准。年度套餐按年收款，月均价格不等于按月结算。
[08] 森屿笔记（虚构） 功能介绍补充; 2026-09-12T00:00:00+00:00; 内置虚构资料; source:9b68a2fa-aa6d-498d-8093-da312199b3d5; version:1
[01] 森屿笔记（虚构） 产品概览; 2026-09-01T00:00:00+00:00; 内置虚构资料; source:76d3a37e-1546-4b56-a2d8-819995c99c2d; version:1
[06] 森屿笔记（虚构） 常见问题; 2026-09-18T00:00:00+00:00; 内置虚构资料; source:5a175f47-c96f-490b-a988-046701074dea; version:1
[03] 森屿笔记（虚构） 安全与登录说明; 2026-09-15T00:00:00+00:00; 内置虚构资料; source:239d595b-a210-46a6-8e22-04efdbbe0f1c; version:1
[04] 森屿笔记（虚构） 九月更新记录; 2026-09-15T00:00:00+00:00; 内置虚构资料; source:672feba4-40c8-49e8-95f1-ca4873fb65d2; version:1
[05] 森屿笔记（虚构） 合成用户体验记录; 2026-09-20T00:00:00+00:00; 内置虚构资料; source:5af0d021-fd31-4481-bbac-497e6cfcf261; version:1
[18] 桥塔知识（虚构） 功能介绍补充; 2026-09-12T00:00:00+00:00; 内置虚构资料; source:d9788fa0-e6ec-4972-a7e0-c1b6f45dbb9f; version:1
[11] 桥塔知识（虚构） 产品概览; 2026-09-01T00:00:00+00:00; 内置虚构资料; source:d9b24c90-d78d-4571-be38-21bb4966eb20; version:1
[16] 桥塔知识（虚构） 常见问题; 2026-09-18T00:00:00+00:00; 内置虚构资料; source:a1900376-c17a-40f6-aab4-05788fd5f4df; version:1
[13] 桥塔知识（虚构） 安全与登录说明; 2026-09-15T00:00:00+00:00; 内置虚构资料; source:9f1a615f-7dd9-4044-b2a8-0edcb7355723; version:1
[14] 桥塔知识（虚构） 九月更新记录; 2026-09-15T00:00:00+00:00; 内置虚构资料; source:b6e0f7fc-e2d5-4a20-8ff6-e4910a515343; version:1
[15] 桥塔知识（虚构） 合成用户体验记录; 2026-09-20T00:00:00+00:00; 内置虚构资料; source:72d11230-5b32-45f2-95d5-41e2f915950a; version:1
[28] 星河文库（虚构） 功能介绍补充; 2026-09-12T00:00:00+00:00; 内置虚构资料; source:c059a48c-db08-4df2-9314-5d0bbf3faa72; version:1
[21] 星河文库（虚构） 产品概览; 2026-09-01T00:00:00+00:00; 内置虚构资料; source:dfe4715e-b03e-4480-a25f-2892de093bb1; version:1
[26] 星河文库（虚构） 常见问题; 2026-09-18T00:00:00+00:00; 内置虚构资料; source:7edd520e-de3b-4848-8528-71504e0dc096; version:1
[23] 星河文库（虚构） 安全与登录说明; 2026-09-15T00:00:00+00:00; 内置虚构资料; source:bed23993-6d80-496b-8071-ea05ef03e38a; version:1
[24] 星河文库（虚构） 九月更新记录; 2026-09-15T00:00:00+00:00; 内置虚构资料; source:624d6b87-365b-4413-80fd-8cbd5d3005ab; version:1
[25] 星河文库（虚构） 合成用户体验记录; 2026-09-20T00:00:00+00:00; 内置虚构资料; source:e623c26c-0683-4d00-a4d9-4f3cf3940fb2; version:1
[02] 森屿笔记（虚构） 当前价格与付款周期; 2026-09-15T00:00:00+00:00; 内置虚构资料; source:ece2e5a6-5e01-46fd-b263-a473f11dd72e; version:1
[12] 桥塔知识（虚构） 当前价格与付款周期; 2026-09-15T00:00:00+00:00; 内置虚构资料; source:d70f4f6f-a315-4f7a-a8fb-422e0cd188c5; version:1
[22] 星河文库（虚构） 当前价格与付款周期; 2026-09-15T00:00:00+00:00; 内置虚构资料; source:593d58f8-3d49-40e3-b75b-a5617cc595e9; version:1
BRIEFFORGE_SNAPSHOT_BEGIN
{"report_id":"461dfa00-bb82-41eb-a2d2-ac40a631981a","report_version":1,"content_hash":"916a0538a8388d87c0aa2a33687f7c00105c6f1ab8a0993315dfe477ca8fb9d4","synthetic":true,"mode":"live","model_profile":"gemini-budget","sections":[{"id":"section-1","heading":"森屿笔记（虚构）","body":"森屿笔记（虚构）定位于面向中小型咨询团队的项目知识与会议记录。\n\n森屿笔记（虚构）的核心功能包括文档协作、会议纪要关联和引用检索。\n\n森屿笔记（虚构）的企业版支持 SAML SSO，团队版不支持，该功能自 2026 年 9 月 15 日起生效。\n\n森屿笔记（虚构）近期更新了文档检索结果的来源定位，并补充了登录能力说明。\n\n一名合成咨询团队用户反馈，会议记录能连接项目文档，但初次整理目录需要时间。\n\n价格：团队版 USD 12/席位/月，按年付费，未含税；月付为 USD 16/席位/月。企业版需单独询价。\n计费说明：报价按有效席位计算，币种以本页标注为准。年度套餐按年收款，月均价格不等于按月结算。","claim_ids":["426f1eea-e07e-44b2-b163-1b005ef0014b","bf162e49-e312-4ce9-aee2-601883d4f9ca","d3f530cb-5e65-4add-bffc-24bcbafae0d2","14556f42-66a7-4c26-b0fb-6e6e80bb2df1","f438e834-ec38-41d5-bfb8-ed595c27b702","ca6aa858-ca3b-44b1-9ae5-d1d5eb8e8d89"]},{"id":"section-2","heading":"桥塔知识（虚构）","body":"桥塔知识（虚构）定位于面向企业 IT 团队的权限治理与跨部门知识库。\n\n桥塔知识（虚构）的核心功能包括版本管理、权限分组和目录同步。\n\n桥塔知识（虚构）的企业版支持 SAML SSO，团队版不支持，该功能自 2026-06-01 生效。\n\n近期变化包括更新文档检索结果的来源定位，并补充登录能力说明。\n\n一名合成 IT 管理员表示，权限分组便于核对，但配置步骤较多。 条件与说明：单条合成体验，不代表用户总体，不可据此估算满意度、留存率或市场份额\n\n价格：团队版 USD 18/席位/月，按年付费，未含税；月付为 USD 23/席位/月。企业版需单独询价。\n计费说明：报价按有效席位计算，币种以本页标注为准。年度套餐按年收款，月均价格不等于按月结算。","claim_ids":["5f54761b-1f12-4dba-8301-a65aaa1828d6","d4f36939-d2ff-4cf2-a006-acd57a694df0","bc17208c-88ae-4828-9fd7-1a35fc283f85","5eee53c0-1701-4d76-8b1f-a8ed50e67792","79e20025-5095-481e-b1b7-cab8292cebf8","847c24bc-a1ed-43b1-ae0b-53adf680aae7"]},{"id":"section-3","heading":"星河文库（虚构）","body":"星河文库（虚构）定位于面向创意团队的轻量文档与素材协作。\n\n星河文库（虚构）的核心功能包括共享文档、素材索引和访客评论。\n\n【待确认】SSO：未披露或无法确认。 条件与说明：不确定性同样适用于相关章节；请查看原文与核查记录。\n\n星河文库（虚构）近期更新了文档检索结果的来源定位，并补充了登录能力说明。\n\n一名合成设计师反馈，星河文库（虚构）的访客评论容易上手，但大型文件夹查找仍需改进。 条件与说明：单条合成体验，不代表用户总体\n\n价格：团队版 USD 9/席位/月，按年付费，未含税；月付为 USD 12/席位/月。企业版需单独询价。\n计费说明：报价按有效席位计算，币种以本页标注为准。年度套餐按年收款，月均价格不等于按月结算。","claim_ids":["f1edb1cb-ae05-45a7-8f40-83722da6801e","5828fc87-23ec-484c-b2eb-448bfe806be7","f37fdbef-c70b-4d23-9462-66307c7ae557","62fb701f-53cd-4ef1-a63a-a7fa9fb97c50","ef9c59b8-9410-4951-81b8-fd267510ef0d","8e78e207-0370-4f94-b807-e04a7639f2ec"]},{"id":"additional","heading":"补充证据与研究局限","body":"【待确认】行业背景：未披露或无法确认。 条件与说明：不确定性同样适用于相关章节；请查看原文与核查记录。","claim_ids":["7f2a61be-c6aa-427a-96bc-be5bf56acfc5"]},{"id":"opportunity-1","heading":"差异化机会 1（待验证假设）","body":"研究假设：森屿笔记（虚构）可以通过优化初次整理目录的流程，提升用户体验，以吸引更多中小型咨询团队。\n\n依据维度：森屿笔记（虚构） / 用户反馈\n\n验证方法：通过用户访谈，了解用户在初次整理目录时遇到的具体困难，并进行原型测试以验证优化方案的有效性。","claim_ids":["f438e834-ec38-41d5-bfb8-ed595c27b702"]},{"id":"opportunity-2","heading":"差异化机会 2（待验证假设）","body":"研究假设：桥塔知识（虚构）可以通过简化权限配置步骤，降低企业 IT 团队的使用门槛，以提高用户满意度。\n\n依据维度：桥塔知识（虚构） / 用户反馈\n\n验证方法：通过用户访谈，收集用户对当前权限配置流程的反馈，并进行原型测试，验证简化配置步骤后的易用性。","claim_ids":["79e20025-5095-481e-b1b7-cab8292cebf8"]},{"id":"opportunity-3","heading":"差异化机会 3（待验证假设）","body":"研究假设：星河文库（虚构）可以通过改进大型文件夹的查找功能，提升用户在处理大量素材时的效率，以满足创意团队的需求。\n\n依据维度：星河文库（虚构） / 用户反馈\n\n验证方法：通过用户访谈，了解用户在使用大型文件夹查找功能时遇到的具体问题，并进行原型测试，验证改进方案的效果。","claim_ids":["ef9c59b8-9410-4951-81b8-fd267510ef0d"]},{"id":"opportunity-4","heading":"差异化机会 4（待验证假设）","body":"研究假设：森屿笔记（虚构）的企业版可以通过提供更具竞争力的定价策略或增值服务，吸引更多企业客户。\n\n依据维度：森屿笔记（虚构） / 价格\n\n验证方法：通过市场调研和竞品分析，了解企业客户对知识管理工具的定价敏感度和需求，并结合用户反馈进行定价策略的调整。","claim_ids":["ca6aa858-ca3b-44b1-9ae5-d1d5eb8e8d89"]},{"id":"decision","heading":"下一步决策与验证","body":"本报告按已取得的资料比较产品。可将目标客户、关键功能、完整采购成本和单点登录套餐作为访谈与试用清单；差异化机会仍需客户访谈验证。未披露信息不能视为产品不具备该能力。","claim_ids":[]}],"claims":[{"id":"7f2a61be-c6aa-427a-96bc-be5bf56acfc5","subject":"行业","dimension":"行业背景","statement":"行业背景：未披露或无法确认。","status":"uncertain","value":null,"conditions":["不确定性同样适用于相关章节；请查看原文与核查记录。"],"evidence":[],"computation":null},{"id":"426f1eea-e07e-44b2-b163-1b005ef0014b","subject":"森屿笔记（虚构）","dimension":"定位","statement":"森屿笔记（虚构）定位于面向中小型咨询团队的项目知识与会议记录。","status":"supported","value":"森屿笔记（虚构）定位于面向中小型咨询团队的项目知识与会议记录。","conditions":[],"evidence":[{"source_id":"9b68a2fa-aa6d-498d-8093-da312199b3d5","quote":"定位：面向中小型咨询团队的项目知识与会议记录。","locator":"134"},{"source_id":"76d3a37e-1546-4b56-a2d8-819995c99c2d","quote":"定位：面向中小型咨询团队的项目知识与会议记录。","locator":"46"}],"computation":null},{"id":"bf162e49-e312-4ce9-aee2-601883d4f9ca","subject":"森屿笔记（虚构）","dimension":"核心功能","statement":"森屿笔记（虚构）的核心功能包括文档协作、会议纪要关联和引用检索。","status":"supported","value":"森屿笔记（虚构）的核心功能包括文档协作、会议纪要关联和引用检索。","conditions":[],"evidence":[{"source_id":"76d3a37e-1546-4b56-a2d8-819995c99c2d","quote":"核心功能：文档协作、会议纪要关联、引用检索。","locator":"64"},{"source_id":"5a175f47-c96f-490b-a988-046701074dea","quote":"核心功能：文档协作、会议纪要关联、引用检索。","locator":"49"}],"computation":null},{"id":"d3f530cb-5e65-4add-bffc-24bcbafae0d2","subject":"森屿笔记（虚构）","dimension":"SSO","statement":"森屿笔记（虚构）的企业版支持 SAML SSO，团队版不支持，该功能自 2026 年 9 月 15 日起生效。","status":"supported","value":"森屿笔记（虚构）的企业版支持 SAML SSO，团队版不支持，该功能自 2026 年 9 月 15 日起生效。","conditions":[],"evidence":[{"source_id":"239d595b-a210-46a6-8e22-04efdbbe0f1c","quote":"SSO：企业版支持 SAML SSO，团队版不支持；自 2026-09-15 生效。","locator":"70"},{"source_id":"672feba4-40c8-49e8-95f1-ca4873fb65d2","quote":"SSO：企业版支持 SAML SSO，团队版不支持；自 2026-09-15 生效。","locator":"90"}],"computation":null},{"id":"14556f42-66a7-4c26-b0fb-6e6e80bb2df1","subject":"森屿笔记（虚构）","dimension":"近期变化","statement":"森屿笔记（虚构）近期更新了文档检索结果的来源定位，并补充了登录能力说明。","status":"supported","value":"森屿笔记（虚构）近期更新了文档检索结果的来源定位，并补充了登录能力说明。","conditions":[],"evidence":[{"source_id":"672feba4-40c8-49e8-95f1-ca4873fb65d2","quote":"近期变化：更新文档检索结果的来源定位，并补充登录能力说明。","locator":"60"}],"computation":null},{"id":"f438e834-ec38-41d5-bfb8-ed595c27b702","subject":"森屿笔记（虚构）","dimension":"用户反馈","statement":"一名合成咨询团队用户反馈，会议记录能连接项目文档，但初次整理目录需要时间。","status":"supported","value":"一名合成咨询团队用户反馈，会议记录能连接项目文档，但初次整理目录需要时间。","conditions":[],"evidence":[{"source_id":"5af0d021-fd31-4481-bbac-497e6cfcf261","quote":"一名合成咨询团队用户表示，会议记录能连接项目文档，但初次整理目录需要时间。","locator":"77"}],"computation":null},{"id":"5f54761b-1f12-4dba-8301-a65aaa1828d6","subject":"桥塔知识（虚构）","dimension":"定位","statement":"桥塔知识（虚构）定位于面向企业 IT 团队的权限治理与跨部门知识库。","status":"supported","value":"桥塔知识（虚构）定位于面向企业 IT 团队的权限治理与跨部门知识库。","conditions":[],"evidence":[{"source_id":"d9788fa0-e6ec-4972-a7e0-c1b6f45dbb9f","quote":"定位：面向企业 IT 团队的权限治理与跨部门知识库。","locator":"137"},{"source_id":"d9b24c90-d78d-4571-be38-21bb4966eb20","quote":"定位：面向企业 IT 团队的权限治理与跨部门知识库。","locator":"150"}],"computation":null},{"id":"d4f36939-d2ff-4cf2-a006-acd57a694df0","subject":"桥塔知识（虚构）","dimension":"核心功能","statement":"桥塔知识（虚构）的核心功能包括版本管理、权限分组和目录同步。","status":"supported","value":"桥塔知识（虚构）的核心功能包括版本管理、权限分组和目录同步。","conditions":[],"evidence":[{"source_id":"d9b24c90-d78d-4571-be38-21bb4966eb20","quote":"核心功能：版本管理、权限分组、目录同步。","locator":"150"},{"source_id":"a1900376-c17a-40f6-aab4-05788fd5f4df","quote":"核心功能：版本管理、权限分组、目录同步。","locator":"144"}],"computation":null},{"id":"bc17208c-88ae-4828-9fd7-1a35fc283f85","subject":"桥塔知识（虚构）","dimension":"SSO","statement":"桥塔知识（虚构）的企业版支持 SAML SSO，团队版不支持，该功能自 2026-06-01 生效。","status":"supported","value":"桥塔知识（虚构）的企业版支持 SAML SSO，团队版不支持，该功能自 2026-06-01 生效。","conditions":[],"evidence":[{"source_id":"9f1a615f-7dd9-4044-b2a8-0edcb7355723","quote":"SSO：企业版支持 SAML SSO，团队版不支持；自 2026-06-01 生效。","locator":"149"},{"source_id":"b6e0f7fc-e2d5-4a20-8ff6-e4910a515343","quote":"SSO：企业版支持 SAML SSO，团队版不支持；自 2026-06-01 生效。","locator":"157"}],"computation":null},{"id":"5eee53c0-1701-4d76-8b1f-a8ed50e67792","subject":"桥塔知识（虚构）","dimension":"近期变化","statement":"近期变化包括更新文档检索结果的来源定位，并补充登录能力说明。","status":"supported","value":"近期变化包括更新文档检索结果的来源定位，并补充登录能力说明。","conditions":[],"evidence":[{"source_id":"b6e0f7fc-e2d5-4a20-8ff6-e4910a515343","quote":"近期变化：更新文档检索结果的来源定位，并补充登录能力说明。","locator":"157"}],"computation":null},{"id":"79e20025-5095-481e-b1b7-cab8292cebf8","subject":"桥塔知识（虚构）","dimension":"用户反馈","statement":"一名合成 IT 管理员表示，权限分组便于核对，但配置步骤较多。","status":"supported","value":"一名合成 IT 管理员表示，权限分组便于核对，但配置步骤较多。 条件与说明：单条合成体验，不代表用户总体，不可据此估算满意度、留存率或市场份额","conditions":["单条合成体验，不代表用户总体，不可据此估算满意度、留存率或市场份额"],"evidence":[{"source_id":"72d11230-5b32-45f2-95d5-41e2f915950a","quote":"一名合成 IT 管理员表示，权限分组便于核对，配置步骤较多。","locator":"138"}],"computation":null},{"id":"f1edb1cb-ae05-45a7-8f40-83722da6801e","subject":"星河文库（虚构）","dimension":"定位","statement":"星河文库（虚构）定位于面向创意团队的轻量文档与素材协作。","status":"supported","value":"星河文库（虚构）定位于面向创意团队的轻量文档与素材协作。","conditions":[],"evidence":[{"source_id":"c059a48c-db08-4df2-9314-5d0bbf3faa72","quote":"定位：面向创意团队的轻量文档与素材协作。","locator":"131"},{"source_id":"dfe4715e-b03e-4480-a25f-2892de093bb1","quote":"定位：面向创意团队的轻量文档与素材协作。","locator":"100"}],"computation":null},{"id":"5828fc87-23ec-484c-b2eb-448bfe806be7","subject":"星河文库（虚构）","dimension":"核心功能","statement":"星河文库（虚构）的核心功能包括共享文档、素材索引和访客评论。","status":"supported","value":"星河文库（虚构）的核心功能包括共享文档、素材索引和访客评论。","conditions":[],"evidence":[{"source_id":"dfe4715e-b03e-4480-a25f-2892de093bb1","quote":"核心功能：共享文档、素材索引、访客评论。","locator":"100"},{"source_id":"7edd520e-de3b-4848-8528-71504e0dc096","quote":"核心功能：共享文档、素材索引、访客评论。","locator":"70"}],"computation":null},{"id":"f37fdbef-c70b-4d23-9462-66307c7ae557","subject":"星河文库（虚构）","dimension":"SSO","statement":"SSO：未披露或无法确认。","status":"uncertain","value":null,"conditions":["不确定性同样适用于相关章节；请查看原文与核查记录。"],"evidence":[{"source_id":"bed23993-6d80-496b-8071-ea05ef03e38a","quote":"SSO：未披露 SAML SSO 的支持情况，需要进一步向厂商确认。","locator":"1-141"},{"source_id":"624d6b87-365b-4413-80fd-8cbd5d3005ab","quote":"SSO：未披露 SAML SSO 的支持情况，需要进一步向厂商确认。","locator":"100-149"}],"computation":null},{"id":"62fb701f-53cd-4ef1-a63a-a7fa9fb97c50","subject":"星河文库（虚构）","dimension":"近期变化","statement":"星河文库（虚构）近期更新了文档检索结果的来源定位，并补充了登录能力说明。","status":"supported","value":"星河文库（虚构）近期更新了文档检索结果的来源定位，并补充了登录能力说明。","conditions":[],"evidence":[{"source_id":"624d6b87-365b-4413-80fd-8cbd5d3005ab","quote":"近期变化：更新文档检索结果的来源定位，并补充登录能力说明。","locator":"50"}],"computation":null},{"id":"ef9c59b8-9410-4951-81b8-fd267510ef0d","subject":"星河文库（虚构）","dimension":"用户反馈","statement":"一名合成设计师反馈，星河文库（虚构）的访客评论容易上手，但大型文件夹查找仍需改进。","status":"supported","value":"一名合成设计师反馈，星河文库（虚构）的访客评论容易上手，但大型文件夹查找仍需改进。 条件与说明：单条合成体验，不代表用户总体","conditions":["单条合成体验，不代表用户总体"],"evidence":[{"source_id":"e623c26c-0683-4d00-a4d9-4f3cf3940fb2","quote":"用户反馈：一名合成设计师表示，访客评论容易上手，大型文件夹查找仍需改进。","locator":"70"}],"computation":null},{"id":"ca6aa858-ca3b-44b1-9ae5-d1d5eb8e8d89","subject":"森屿笔记（虚构）","dimension":"价格","statement":"价格：团队版 USD 12/席位/月，按年付费，未含税；月付为 USD 16/席位/月。企业版需单独询价。\n计费说明：报价按有效席位计算，币种以本页标注为准。年度套餐按年收款，月均价格不等于按月结算。","status":"supported","value":"价格：团队版 USD 12/席位/月，按年付费，未含税；月付为 USD 16/席位/月。企业版需单独询价。\n计费说明：报价按有效席位计算，币种以本页标注为准。年度套餐按年收款，月均价格不等于按月结算。","conditions":[],"evidence":[{"source_id":"ece2e5a6-5e01-46fd-b263-a473f11dd72e","quote":"价格：团队版 USD 12/席位/月，按年付费，未含税；月付为 USD 16/席位/月。企业版需单独询价。\n计费说明：报价按有效席位计算，币种以本页标注为准。年度套餐按年收款，月均价格不等于按月结算。","locator":"字符 63:163"}],"computation":{"type":"source_price_facts","facts":[{"currency":"USD","amount":"12","rate_period":"month","scope_and_billing_quote":"价格：团队版 USD 12/席位/月，按年付费，未含税；月付为 USD 16/席位/月。企业版需单独询价。\n计费说明：报价按有效席位计算，币种以本页标注为准。年度套餐按年收款，月均价格不等于按月结算。","source_id":"ece2e5a6-5e01-46fd-b263-a473f11dd72e"},{"currency":"USD","amount":"16","rate_period":"month","scope_and_billing_quote":"价格：团队版 USD 12/席位/月，按年付费，未含税；月付为 USD 16/席位/月。企业版需单独询价。\n计费说明：报价按有效席位计算，币种以本页标注为准。年度套餐按年收款，月均价格不等于按月结算。","source_id":"ece2e5a6-5e01-46fd-b263-a473f11dd72e"}],"rendered_quote":"价格：团队版 USD 12/席位/月，按年付费，未含税；月付为 USD 16/席位/月。企业版需单独询价。\n计费说明：报价按有效席位计算，币种以本页标注为准。年度套餐按年收款，月均价格不等于按月结算。"}},{"id":"847c24bc-a1ed-43b1-ae0b-53adf680aae7","subject":"桥塔知识（虚构）","dimension":"价格","statement":"价格：团队版 USD 18/席位/月，按年付费，未含税；月付为 USD 23/席位/月。企业版需单独询价。\n计费说明：报价按有效席位计算，币种以本页标注为准。年度套餐按年收款，月均价格不等于按月结算。","status":"supported","value":"价格：团队版 USD 18/席位/月，按年付费，未含税；月付为 USD 23/席位/月。企业版需单独询价。\n计费说明：报价按有效席位计算，币种以本页标注为准。年度套餐按年收款，月均价格不等于按月结算。","conditions":[],"evidence":[{"source_id":"d70f4f6f-a315-4f7a-a8fb-422e0cd188c5","quote":"价格：团队版 USD 18/席位/月，按年付费，未含税；月付为 USD 23/席位/月。企业版需单独询价。\n计费说明：报价按有效席位计算，币种以本页标注为准。年度套餐按年收款，月均价格不等于按月结算。","locator":"字符 63:163"}],"computation":{"type":"source_price_facts","facts":[{"currency":"USD","amount":"18","rate_period":"month","scope_and_billing_quote":"价格：团队版 USD 18/席位/月，按年付费，未含税；月付为 USD 23/席位/月。企业版需单独询价。\n计费说明：报价按有效席位计算，币种以本页标注为准。年度套餐按年收款，月均价格不等于按月结算。","source_id":"d70f4f6f-a315-4f7a-a8fb-422e0cd188c5"},{"currency":"USD","amount":"23","rate_period":"month","scope_and_billing_quote":"价格：团队版 USD 18/席位/月，按年付费，未含税；月付为 USD 23/席位/月。企业版需单独询价。\n计费说明：报价按有效席位计算，币种以本页标注为准。年度套餐按年收款，月均价格不等于按月结算。","source_id":"d70f4f6f-a315-4f7a-a8fb-422e0cd188c5"}],"rendered_quote":"价格：团队版 USD 18/席位/月，按年付费，未含税；月付为 USD 23/席位/月。企业版需单独询价。\n计费说明：报价按有效席位计算，币种以本页标注为准。年度套餐按年收款，月均价格不等于按月结算。"}},{"id":"8e78e207-0370-4f94-b807-e04a7639f2ec","subject":"星河文库（虚构）","dimension":"价格","statement":"价格：团队版 USD 9/席位/月，按年付费，未含税；月付为 USD 12/席位/月。企业版需单独询价。\n计费说明：报价按有效席位计算，币种以本页标注为准。年度套餐按年收款，月均价格不等于按月结算。","status":"supported","value":"价格：团队版 USD 9/席位/月，按年付费，未含税；月付为 USD 12/席位/月。企业版需单独询价。\n计费说明：报价按有效席位计算，币种以本页标注为准。年度套餐按年收款，月均价格不等于按月结算。","conditions":[],"evidence":[{"source_id":"593d58f8-3d49-40e3-b75b-a5617cc595e9","quote":"价格：团队版 USD 9/席位/月，按年付费，未含税；月付为 USD 12/席位/月。企业版需单独询价。\n计费说明：报价按有效席位计算，币种以本页标注为准。年度套餐按年收款，月均价格不等于按月结算。","locator":"字符 63:162"}],"computation":{"type":"source_price_facts","facts":[{"currency":"USD","amount":"9","rate_period":"month","scope_and_billing_quote":"价格：团队版 USD 9/席位/月，按年付费，未含税；月付为 USD 12/席位/月。企业版需单独询价。\n计费说明：报价按有效席位计算，币种以本页标注为准。年度套餐按年收款，月均价格不等于按月结算。","source_id":"593d58f8-3d49-40e3-b75b-a5617cc595e9"},{"currency":"USD","amount":"12","rate_period":"month","scope_and_billing_quote":"价格：团队版 USD 9/席位/月，按年付费，未含税；月付为 USD 12/席位/月。企业版需单独询价。\n计费说明：报价按有效席位计算，币种以本页标注为准。年度套餐按年收款，月均价格不等于按月结算。","source_id":"593d58f8-3d49-40e3-b75b-a5617cc595e9"}],"rendered_quote":"价格：团队版 USD 9/席位/月，按年付费，未含税；月付为 USD 12/席位/月。企业版需单独询价。\n计费说明：报价按有效席位计算，币种以本页标注为准。年度套餐按年收款，月均价格不等于按月结算。"}}],"sources":[{"id":"76d3a37e-1546-4b56-a2d8-819995c99c2d","title":"森屿笔记（虚构） 产品概览","version":1,"sha256":"2c6eb62405825461b677adf6d4b2ac1b5af50a66c55e6f618189a12f07ce9f58","published_at":"2026-09-01T00:00:00+00:00","url":null,"synthetic":true},{"id":"ece2e5a6-5e01-46fd-b263-a473f11dd72e","title":"森屿笔记（虚构） 当前价格与付款周期","version":1,"sha256":"9f20d0e5703f951ccb5f4a83e5cb77f564c95bf75261db827da7248257fc2d93","published_at":"2026-09-15T00:00:00+00:00","url":null,"synthetic":true},{"id":"239d595b-a210-46a6-8e22-04efdbbe0f1c","title":"森屿笔记（虚构） 安全与登录说明","version":1,"sha256":"747086effc357f0f0eb9b526d978fec5e206a110df14bcafd258787399e56cce","published_at":"2026-09-15T00:00:00+00:00","url":null,"synthetic":true},{"id":"672feba4-40c8-49e8-95f1-ca4873fb65d2","title":"森屿笔记（虚构） 九月更新记录","version":1,"sha256":"a69a0a84ef43fbc4752ed1fc08414d88a04d0ada007c12c340b6dbea12af66ba","published_at":"2026-09-15T00:00:00+00:00","url":null,"synthetic":true},{"id":"5af0d021-fd31-4481-bbac-497e6cfcf261","title":"森屿笔记（虚构） 合成用户体验记录","version":1,"sha256":"afd9eacee9f6ddea1ada349fa14a5ed52290ec07db9327430f9c37d60cd20b22","published_at":"2026-09-20T00:00:00+00:00","url":null,"synthetic":true},{"id":"5a175f47-c96f-490b-a988-046701074dea","title":"森屿笔记（虚构） 常见问题","version":1,"sha256":"0082d8c5ce20fd5b3b12576c1ac7fabfa696a8832dbd57e981a725fb804bd5d1","published_at":"2026-09-18T00:00:00+00:00","url":null,"synthetic":true},{"id":"4eb3056f-9074-48be-bd0d-43e230875cbd","title":"森屿笔记（虚构） 订阅与取消条款","version":1,"sha256":"b191297ef72fb09e6bc823e763c413505ffed658abfb5bafcd61e8656c2ddb9b","published_at":"2026-09-15T00:00:00+00:00","url":null,"synthetic":true},{"id":"9b68a2fa-aa6d-498d-8093-da312199b3d5","title":"森屿笔记（虚构） 功能介绍补充","version":1,"sha256":"b0f1a03322e1ae768061d1d77ed1deb96733490bb72a9babf78791198500cefc","published_at":"2026-09-12T00:00:00+00:00","url":null,"synthetic":true},{"id":"f6cea130-f5ce-4aae-963f-94a616d78e76","title":"森屿笔记（虚构） 虚构客户应用故事","version":1,"sha256":"b408d2b16532ce24f030cf112f142eb707a554b4c81db19fd1664795dd471d0a","published_at":"2026-09-10T00:00:00+00:00","url":null,"synthetic":true},{"id":"2462655b-c0fe-4c60-bb2c-593e18765b1d","title":"森屿笔记（虚构） 三月存档说明","version":1,"sha256":"fd8e50d17ea3789b25afaeb98acd05c0d5a05b2f4462fb907c855fad38f75c94","published_at":"2026-03-01T00:00:00+00:00","url":null,"synthetic":true},{"id":"d9b24c90-d78d-4571-be38-21bb4966eb20","title":"桥塔知识（虚构） 产品概览","version":1,"sha256":"a760daeed64f9764c08be0d4091eb639bd4acb16e7a396fa46b9318ecc3e77b2","published_at":"2026-09-01T00:00:00+00:00","url":null,"synthetic":true},{"id":"d70f4f6f-a315-4f7a-a8fb-422e0cd188c5","title":"桥塔知识（虚构） 当前价格与付款周期","version":1,"sha256":"193fa1ccbadb4f790ea1c0dc8ee108378d5e6bcd75454afa353052a617e97e01","published_at":"2026-09-15T00:00:00+00:00","url":null,"synthetic":true},{"id":"9f1a615f-7dd9-4044-b2a8-0edcb7355723","title":"桥塔知识（虚构） 安全与登录说明","version":1,"sha256":"e7aa136700b1498d15be90675a2bdf897fca3b3b7275c3fa4f7f5c1036823afb","published_at":"2026-09-15T00:00:00+00:00","url":null,"synthetic":true},{"id":"b6e0f7fc-e2d5-4a20-8ff6-e4910a515343","title":"桥塔知识（虚构） 九月更新记录","version":1,"sha256":"baf92f99994d15c511795f16cb0d0620a6fba0d5032b149eb764d24cc9848fe6","published_at":"2026-09-15T00:00:00+00:00","url":null,"synthetic":true},{"id":"72d11230-5b32-45f2-95d5-41e2f915950a","title":"桥塔知识（虚构） 合成用户体验记录","version":1,"sha256":"63cb7434e5fc0f911f00b45d7a665525803cdc3b8b72dd3424e240e470c350d3","published_at":"2026-09-20T00:00:00+00:00","url":null,"synthetic":true},{"id":"a1900376-c17a-40f6-aab4-05788fd5f4df","title":"桥塔知识（虚构） 常见问题","version":1,"sha256":"05a3c07a6e540f643132be784705544d8ff5096a80fdb5bb6f0817ab69fa34cf","published_at":"2026-09-18T00:00:00+00:00","url":null,"synthetic":true},{"id":"082c27ad-bbe5-492f-92e1-5672e440625b","title":"桥塔知识（虚构） 订阅与取消条款","version":1,"sha256":"b191297ef72fb09e6bc823e763c413505ffed658abfb5bafcd61e8656c2ddb9b","published_at":"2026-09-15T00:00:00+00:00","url":null,"synthetic":true},{"id":"d9788fa0-e6ec-4972-a7e0-c1b6f45dbb9f","title":"桥塔知识（虚构） 功能介绍补充","version":1,"sha256":"f7cd3892535363f44635aa46f8115bafa7641a43ae4d06cc4626429649d21677","published_at":"2026-09-12T00:00:00+00:00","url":null,"synthetic":true},{"id":"ede42b99-3dfc-4249-bc17-1833efd774cb","title":"桥塔知识（虚构） 虚构客户应用故事","version":1,"sha256":"b408d2b16532ce24f030cf112f142eb707a554b4c81db19fd1664795dd471d0a","published_at":"2026-09-10T00:00:00+00:00","url":null,"synthetic":true},{"id":"5e599cf9-cb91-441a-a3ce-338385a35c69","title":"桥塔知识（虚构） 三月存档说明","version":1,"sha256":"a10255e3d3c901176c1248d90373b5da7553b60d59d4d62a5f4097525864ff08","published_at":"2026-03-01T00:00:00+00:00","url":null,"synthetic":true},{"id":"dfe4715e-b03e-4480-a25f-2892de093bb1","title":"星河文库（虚构） 产品概览","version":1,"sha256":"afc2940e12178ee6ec49ed5b7e0b306efe0f42aad32799c24def4c6487a6e1a1","published_at":"2026-09-01T00:00:00+00:00","url":null,"synthetic":true},{"id":"593d58f8-3d49-40e3-b75b-a5617cc595e9","title":"星河文库（虚构） 当前价格与付款周期","version":1,"sha256":"3bae548524f42577c042a228c276eed4bc5ce651082ad529cc1696f1d8e2b965","published_at":"2026-09-15T00:00:00+00:00","url":null,"synthetic":true},{"id":"bed23993-6d80-496b-8071-ea05ef03e38a","title":"星河文库（虚构） 安全与登录说明","version":1,"sha256":"d038b01426f254218d6aaeb3fd97ab26d3feb53f4d6128084ab8249819e05234","published_at":"2026-09-15T00:00:00+00:00","url":null,"synthetic":true},{"id":"624d6b87-365b-4413-80fd-8cbd5d3005ab","title":"星河文库（虚构） 九月更新记录","version":1,"sha256":"164f3912388cbaa37aa1b4f91d4a1f268f5a9928ebca5c00984dc44426710910","published_at":"2026-09-15T00:00:00+00:00","url":null,"synthetic":true},{"id":"e623c26c-0683-4d00-a4d9-4f3cf3940fb2","title":"星河文库（虚构） 合成用户体验记录","version":1,"sha256":"2b9c177b35ea56a8b021a683df2f879fa186b865e70db1c106b8edb598d173bc","published_at":"2026-09-20T00:00:00+00:00","url":null,"synthetic":true},{"id":"7edd520e-de3b-4848-8528-71504e0dc096","title":"星河文库（虚构） 常见问题","version":1,"sha256":"1398915b1f107fe61c186d32116b9af37fd8d34be7ca816749a91c5bcecda3e5","published_at":"2026-09-18T00:00:00+00:00","url":null,"synthetic":true},{"id":"22d77e4a-96e9-4cab-941c-84c4bd2c8568","title":"星河文库（虚构） 订阅与取消条款","version":1,"sha256":"b191297ef72fb09e6bc823e763c413505ffed658abfb5bafcd61e8656c2ddb9b","published_at":"2026-09-15T00:00:00+00:00","url":null,"synthetic":true},{"id":"c059a48c-db08-4df2-9314-5d0bbf3faa72","title":"星河文库（虚构） 功能介绍补充","version":1,"sha256":"9e3e00743c8d455df66f05b81d481ca92a1622ee049780f484b8d0a2ecf0ecb5","published_at":"2026-09-12T00:00:00+00:00","url":null,"synthetic":true},{"id":"00d33bd2-27e8-479b-ae73-d2e3e89c6d1a","title":"团队知识库行业需求访谈摘要（虚构）","version":1,"sha256":"8be760fecc6d9f2a669bc082894f1adf6625cc19b8529e5f78b7550407d9817b","published_at":"2026-09-10T00:00:00+00:00","url":null,"synthetic":true},{"id":"641e29a6-72fd-4e39-a842-02c165aedea0","title":"星河文库（虚构） 三月存档说明","version":1,"sha256":"66bfb283073793b8030f16e976f532d392a376900d8984fcb1dd39044b9ca7e7","published_at":"2026-03-01T00:00:00+00:00","url":null,"synthetic":true}]}
BRIEFFORGE_SNAPSHOT_END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行业与竞品研究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56232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团队知识库 SaaS 竞品研究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21792" y="34564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    桥塔知识（虚构）    星河文库（虚构）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46451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虚构厂商与合成资料演示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不可作为真实市场或采购结论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0789920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森屿笔记（虚构）：森屿笔记（虚构）定位于面向中小型咨询团队的项目知识与会议记录。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森屿笔记（虚构）：森屿笔记（虚构）的核心功能包括文档协作、会议纪要关联和引用检索。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森屿笔记（虚构）：森屿笔记（虚构）的企业版支持 SAML SSO，团队版不支持，该功能自 2026 年 9 月 15 日起生效。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桥塔知识（虚构）：桥塔知识（虚构）定位于面向企业 IT 团队的权限治理与跨部门知识库。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桥塔知识（虚构）：桥塔知识（虚构）的核心功能包括版本管理、权限分组和目录同步。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桥塔知识（虚构）：桥塔知识（虚构）的企业版支持 SAML SSO，团队版不支持，该功能自 2026-06-01 生效。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星河文库（虚构）：星河文库（虚构）定位于面向创意团队的轻量文档与素材协作。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星河文库（虚构）：星河文库（虚构）的核心功能包括共享文档、素材索引和访客评论。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冻结资料 30 份    研究事实 19 条    报告版本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产品定位比较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99616"/>
          <a:ext cx="1088136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8001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定位与目标场景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C4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森屿笔记（虚构）定位于面向中小型咨询团队的项目知识与会议记录。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桥塔知识（虚构）定位于面向企业 IT 团队的权限治理与跨部门知识库。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2B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星河文库（虚构）定位于面向创意团队的轻量文档与素材协作。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[01] [08] [11] [18] [21]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森屿笔记（虚构）定位于面向中小型咨询团队的项目知识与会议记录。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森屿笔记（虚构）的核心功能包括文档协作、会议纪要关联和引用检索。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森屿笔记（虚构）近期更新了文档检索结果的来源定位，并补充了登录能力说明。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一名合成咨询团队用户反馈，会议记录能连接项目文档，但初次整理目录需要时间。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[01] [02] [03] [04] [05] [06] [08]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桥塔知识（虚构）定位于面向企业 IT 团队的权限治理与跨部门知识库。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桥塔知识（虚构）的核心功能包括版本管理、权限分组和目录同步。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近期变化包括更新文档检索结果的来源定位，并补充登录能力说明。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 IT 管理员表示，权限分组便于核对，但配置步骤较多。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适用条件：单条合成体验，不代表用户总体，不可据此估算满意度、留存率或市场份额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[11] [12] [13] [14] [15] [16] [18]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  有来源支持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星河文库（虚构）定位于面向创意团队的轻量文档与素材协作。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  有来源支持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星河文库（虚构）的核心功能包括共享文档、素材索引和访客评论。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近期变化    有来源支持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星河文库（虚构）近期更新了文档检索结果的来源定位，并补充了登录能力说明。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    有来源支持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一名合成设计师反馈，星河文库（虚构）的访客评论容易上手，但大型文件夹查找仍需改进。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适用条件：单条合成体验，不代表用户总体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[21] [22] [23] [24] [25] [26] [28]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团队版年付月均报价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17320"/>
          <a:ext cx="489204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33872" y="1371600"/>
            <a:ext cx="5687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33872" y="1673352"/>
            <a:ext cx="5687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12/席位/月，按年付费，未含税；月付为 USD 16/席位/月。企业版需单独询价。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33872" y="2798064"/>
            <a:ext cx="5687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33872" y="3099816"/>
            <a:ext cx="5687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18/席位/月，按年付费，未含税；月付为 USD 23/席位/月。企业版需单独询价。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33872" y="4224528"/>
            <a:ext cx="5687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33872" y="4526280"/>
            <a:ext cx="5687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价格：团队版 USD 9/席位/月，按年付费，未含税；月付为 USD 12/席位/月。企业版需单独询价。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计费说明：报价按有效席位计算，币种以本页标注为准。年度套餐按年收款，月均价格不等于按月结算。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1792" y="5751576"/>
            <a:ext cx="10899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USD/席位/月，按年付费，未含税。仅比较资料中的团队版标价，企业版和月付条件见对应说明。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" y="612648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[02] [12] [22]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能力与套餐条件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3794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森屿笔记（虚构）的企业版支持 SAML SSO，团队版不支持，该功能自 2026 年 9 月 15 日起生效。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5526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桥塔知识（虚构）的企业版支持 SAML SSO，团队版不支持，该功能自 2026-06-01 生效。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5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72584"/>
            <a:ext cx="10789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待确认：SSO：未披露或无法确认。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3504" y="597103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 [03] [04] [13] [14] [23] [24]    完整引用见备注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待确认事项与研究限制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0820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SSO：星河文库（虚构）未披露 SAML SSO 的支持情况，需要进一步向厂商确认。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行业背景：现有证据尚不能形成确定结论。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行业背景：行业背景：未披露或无法确认。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星河文库（虚构） / SSO：SSO：未披露或无法确认。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45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资料来源与报告版本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6464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BriefForge    虚构测试资料    真实模型研究草稿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91088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108173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[01] 森屿笔记（虚构）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森屿笔记（虚构） 当前价格与付款周期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[03] 森屿笔记（虚构） 安全与登录说明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[04] 森屿笔记（虚构） 九月更新记录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[05] 森屿笔记（虚构） 合成用户体验记录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[06] 森屿笔记（虚构） 常见问题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[07] 森屿笔记（虚构） 订阅与取消条款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[08] 森屿笔记（虚构） 功能介绍补充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[09] 森屿笔记（虚构） 虚构客户应用故事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森屿笔记（虚构） 三月存档说明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桥塔知识（虚构） 产品概览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桥塔知识（虚构） 当前价格与付款周期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30 项来源及逐条证据见演讲者备注和 Word 附录。报告版本 1。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BriefForge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团队知识库 SaaS 竞品研究</dc:title>
  <dc:subject>虚构测试资料; report:461dfa00-bb82-41eb-a2d2-ac40a631981a; sha256:916a0538a8388d87c0aa2a33687f7c00105c6f1ab8a0993315dfe477ca8fb9d4</dc:subject>
  <dc:creator>BriefForge</dc:creator>
  <cp:lastModifiedBy>BriefForge</cp:lastModifiedBy>
  <cp:revision>1</cp:revision>
  <dcterms:created xsi:type="dcterms:W3CDTF">2026-10-02T22:35:46Z</dcterms:created>
  <dcterms:modified xsi:type="dcterms:W3CDTF">2026-10-02T22:35:46Z</dcterms:modified>
</cp:coreProperties>
</file>