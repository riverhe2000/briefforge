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USD/席位/月</c:v>
                </c:pt>
              </c:strCache>
            </c:strRef>
          </c:tx>
          <c:spPr>
            <a:solidFill>
              <a:srgbClr val="275C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森屿笔记（虚构）</c:v>
                  </c:pt>
                  <c:pt idx="1">
                    <c:v>桥塔知识（虚构）</c:v>
                  </c:pt>
                  <c:pt idx="2">
                    <c:v>星河文库（虚构）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DE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USD/席位/月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报告日期 2026-10-02T10:25:56.141540+00:00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森屿笔记（虚构）：定位：面向中小型咨询团队的项目知识与会议记录。
森屿笔记（虚构）：SSO：企业版支持 SAML SSO，团队版不支持；自 2026-09-15 生效。
桥塔知识（虚构）：定位：面向企业 IT 团队的权限治理与跨部门知识库。
桥塔知识（虚构）：SSO：企业版支持 SAML SSO，团队版不支持；自 2026-06-01 生效。
星河文库（虚构）：定位：面向创意团队的轻量文档与素材协作。
星河文库（虚构）：【待确认】SSO：未披露 SAML SSO 的支持情况，需要进一步向厂商确认。
森屿笔记（虚构）：价格：团队版 USD 12/席位/月，按年付费，未含税；月付为 USD 16/席位/月。企业版需单独询价。
桥塔知识（虚构）：价格：团队版 USD 18/席位/月，按年付费，未含税；月付为 USD 23/席位/月。企业版需单独询价。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森屿笔记（虚构） / 定位: 定位：面向中小型咨询团队的项目知识与会议记录。
状态: 有来源支持
适用条件: 
证据:
定位段落 定位：面向中小型咨询团队的项目知识与会议记录。
桥塔知识（虚构） / 定位: 定位：面向企业 IT 团队的权限治理与跨部门知识库。
状态: 有来源支持
适用条件: 
证据:
定位段落 定位：面向企业 IT 团队的权限治理与跨部门知识库。
星河文库（虚构） / 定位: 定位：面向创意团队的轻量文档与素材协作。
状态: 有来源支持
适用条件: 
证据:
定位段落 定位：面向创意团队的轻量文档与素材协作。
[08] 森屿笔记（虚构） 功能介绍补充; 2026-09-12T00:00:00+00:00; 内置虚构资料; source:e3ce7626-a85d-469b-bfa6-ec8e9217aab2; version:1
[18] 桥塔知识（虚构） 功能介绍补充; 2026-09-12T00:00:00+00:00; 内置虚构资料; source:19ee35b4-0d84-4ab9-8b7d-bf1af282e628; version:1
[28] 星河文库（虚构） 功能介绍补充; 2026-09-12T00:00:00+00:00; 内置虚构资料; source:dfc3eabe-b711-42ca-b322-5263d8247042;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森屿笔记（虚构） / 定位: 定位：面向中小型咨询团队的项目知识与会议记录。
状态: 有来源支持
适用条件: 
证据:
定位段落 定位：面向中小型咨询团队的项目知识与会议记录。
森屿笔记（虚构） / 核心功能: 核心功能：文档协作、会议纪要关联、引用检索。
状态: 有来源支持
适用条件: 
证据:
核心功能段落 核心功能：文档协作、会议纪要关联、引用检索。
森屿笔记（虚构） / SSO: SSO：企业版支持 SAML SSO，团队版不支持；自 2026-09-15 生效。
状态: 有来源支持
适用条件: 
证据:
SSO段落 SSO：企业版支持 SAML SSO，团队版不支持；自 2026-09-15 生效。
森屿笔记（虚构） / 近期变化: 近期变化：更新文档检索结果的来源定位，并补充登录能力说明。
状态: 有来源支持
适用条件: 厂商声明，未经独立实测。
证据:
近期变化段落 近期变化：更新文档检索结果的来源定位，并补充登录能力说明。
森屿笔记（虚构） / 用户反馈: 用户反馈：一名合成咨询团队用户表示，会议记录能连接项目文档，但初次整理目录需要时间。
状态: 有来源支持
适用条件: 个人反馈，不能代表所有客户体验。
证据:
用户反馈段落 用户反馈：一名合成咨询团队用户表示，会议记录能连接项目文档，但初次整理目录需要时间。
森屿笔记（虚构） / 价格: 价格：团队版 USD 12/席位/月，按年付费，未含税；月付为 USD 16/席位/月。企业版需单独询价。
状态: 有来源支持
适用条件: 价格：团队版 USD 12/席位/月，按年付费，未含税；月付为 USD 16/席位/月。企业版需单独询价。
证据:
价格段落 价格：团队版 USD 12/席位/月，按年付费，未含税；月付为 USD 16/席位/月。企业版需单独询价。
[08] 森屿笔记（虚构） 功能介绍补充; 2026-09-12T00:00:00+00:00; 内置虚构资料; source:e3ce7626-a85d-469b-bfa6-ec8e9217aab2; version:1
[06] 森屿笔记（虚构） 常见问题; 2026-09-18T00:00:00+00:00; 内置虚构资料; source:0747beeb-9dd3-4b77-82e5-a51e6f76b5ca; version:1
[03] 森屿笔记（虚构） 安全与登录说明; 2026-09-15T00:00:00+00:00; 内置虚构资料; source:9cec9256-f2bc-4033-9338-fc3787281eb5; version:1
[04] 森屿笔记（虚构） 九月更新记录; 2026-09-15T00:00:00+00:00; 内置虚构资料; source:2d06a309-8e61-4107-917a-6b675f5d659a; version:1
[05] 森屿笔记（虚构） 合成用户体验记录; 2026-09-20T00:00:00+00:00; 内置虚构资料; source:f044d3d2-43e2-4dc8-9a8c-e814b1af3bd9; version:1
[02] 森屿笔记（虚构） 当前价格与付款周期; 2026-09-15T00:00:00+00:00; 内置虚构资料; source:992e0a83-ee00-4517-83da-fcb74da37518;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桥塔知识（虚构） / 定位: 定位：面向企业 IT 团队的权限治理与跨部门知识库。
状态: 有来源支持
适用条件: 
证据:
定位段落 定位：面向企业 IT 团队的权限治理与跨部门知识库。
桥塔知识（虚构） / 核心功能: 核心功能：版本管理、权限分组、目录同步。
状态: 有来源支持
适用条件: 
证据:
核心功能段落 核心功能：版本管理、权限分组、目录同步。
桥塔知识（虚构） / SSO: SSO：企业版支持 SAML SSO，团队版不支持；自 2026-06-01 生效。
状态: 有来源支持
适用条件: 
证据:
SSO段落 SSO：企业版支持 SAML SSO，团队版不支持；自 2026-06-01 生效。
桥塔知识（虚构） / 近期变化: 近期变化：更新文档检索结果的来源定位，并补充登录能力说明。
状态: 有来源支持
适用条件: 厂商声明，未经独立实测。
证据:
近期变化段落 近期变化：更新文档检索结果的来源定位，并补充登录能力说明。
桥塔知识（虚构） / 用户反馈: 用户反馈：一名合成 IT 管理员表示，权限分组便于核对，配置步骤较多。
状态: 有来源支持
适用条件: 个人反馈，不能代表所有客户体验。
证据:
用户反馈段落 用户反馈：一名合成 IT 管理员表示，权限分组便于核对，配置步骤较多。
桥塔知识（虚构） / 价格: 价格：团队版 USD 18/席位/月，按年付费，未含税；月付为 USD 23/席位/月。企业版需单独询价。
状态: 有来源支持
适用条件: 价格：团队版 USD 18/席位/月，按年付费，未含税；月付为 USD 23/席位/月。企业版需单独询价。
证据:
价格段落 价格：团队版 USD 18/席位/月，按年付费，未含税；月付为 USD 23/席位/月。企业版需单独询价。
[18] 桥塔知识（虚构） 功能介绍补充; 2026-09-12T00:00:00+00:00; 内置虚构资料; source:19ee35b4-0d84-4ab9-8b7d-bf1af282e628; version:1
[16] 桥塔知识（虚构） 常见问题; 2026-09-18T00:00:00+00:00; 内置虚构资料; source:9af714c4-797b-4713-b61c-cce8209c2df2; version:1
[20] 桥塔知识（虚构） 三月存档说明; 2026-03-01T00:00:00+00:00; 内置虚构资料; source:42dfb0f3-29df-493d-8d4c-6025be740985; version:1
[14] 桥塔知识（虚构） 九月更新记录; 2026-09-15T00:00:00+00:00; 内置虚构资料; source:8c72a16b-7995-461f-9ee1-932ba585a317; version:1
[15] 桥塔知识（虚构） 合成用户体验记录; 2026-09-20T00:00:00+00:00; 内置虚构资料; source:c16eac05-e5e3-49db-8ed0-f28fc8e772f7; version:1
[12] 桥塔知识（虚构） 当前价格与付款周期; 2026-09-15T00:00:00+00:00; 内置虚构资料; source:e29c1329-5df9-4f25-a4e9-c2811be0e616;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星河文库（虚构） / 定位: 定位：面向创意团队的轻量文档与素材协作。
状态: 有来源支持
适用条件: 
证据:
定位段落 定位：面向创意团队的轻量文档与素材协作。
星河文库（虚构） / 核心功能: 核心功能：共享文档、素材索引、访客评论。
状态: 有来源支持
适用条件: 
证据:
核心功能段落 核心功能：共享文档、素材索引、访客评论。
星河文库（虚构） / SSO: SSO：未披露 SAML SSO 的支持情况，需要进一步向厂商确认。
状态: 待确认
适用条件: 
证据:
SSO段落 SSO：未披露 SAML SSO 的支持情况，需要进一步向厂商确认。
星河文库（虚构） / 近期变化: 近期变化：更新文档检索结果的来源定位，并补充登录能力说明。
状态: 有来源支持
适用条件: 厂商声明，未经独立实测。
证据:
近期变化段落 近期变化：更新文档检索结果的来源定位，并补充登录能力说明。
星河文库（虚构） / 用户反馈: 用户反馈：一名合成设计师表示，访客评论容易上手，大型文件夹查找仍需改进。
状态: 有来源支持
适用条件: 个人反馈，不能代表所有客户体验。
证据:
用户反馈段落 用户反馈：一名合成设计师表示，访客评论容易上手，大型文件夹查找仍需改进。
星河文库（虚构） / 价格: 价格：团队版 USD 9/席位/月，按年付费，未含税；月付为 USD 12/席位/月。企业版需单独询价。
状态: 有来源支持
适用条件: 价格：团队版 USD 9/席位/月，按年付费，未含税；月付为 USD 12/席位/月。企业版需单独询价。
证据:
价格段落 价格：团队版 USD 9/席位/月，按年付费，未含税；月付为 USD 12/席位/月。企业版需单独询价。
[28] 星河文库（虚构） 功能介绍补充; 2026-09-12T00:00:00+00:00; 内置虚构资料; source:dfc3eabe-b711-42ca-b322-5263d8247042; version:1
[26] 星河文库（虚构） 常见问题; 2026-09-18T00:00:00+00:00; 内置虚构资料; source:fc6de470-dc04-4ceb-9660-435cea5572f0; version:1
[30] 星河文库（虚构） 三月存档说明; 2026-03-01T00:00:00+00:00; 内置虚构资料; source:e1a084c9-c0bf-4934-b52e-66bf1998daf5; version:1
[24] 星河文库（虚构） 九月更新记录; 2026-09-15T00:00:00+00:00; 内置虚构资料; source:325c923e-9daa-4b9f-9068-89c2d815f7b4; version:1
[25] 星河文库（虚构） 合成用户体验记录; 2026-09-20T00:00:00+00:00; 内置虚构资料; source:44ecb684-1f9b-4fcc-90cd-a4a43ec565be; version:1
[22] 星河文库（虚构） 当前价格与付款周期; 2026-09-15T00:00:00+00:00; 内置虚构资料; source:ef7761eb-f006-4c0b-a77a-aaa784b8644c;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森屿笔记（虚构） / 价格: 价格：团队版 USD 12/席位/月，按年付费，未含税；月付为 USD 16/席位/月。企业版需单独询价。
状态: 有来源支持
适用条件: 价格：团队版 USD 12/席位/月，按年付费，未含税；月付为 USD 16/席位/月。企业版需单独询价。
证据:
价格段落 价格：团队版 USD 12/席位/月，按年付费，未含税；月付为 USD 16/席位/月。企业版需单独询价。
桥塔知识（虚构） / 价格: 价格：团队版 USD 18/席位/月，按年付费，未含税；月付为 USD 23/席位/月。企业版需单独询价。
状态: 有来源支持
适用条件: 价格：团队版 USD 18/席位/月，按年付费，未含税；月付为 USD 23/席位/月。企业版需单独询价。
证据:
价格段落 价格：团队版 USD 18/席位/月，按年付费，未含税；月付为 USD 23/席位/月。企业版需单独询价。
星河文库（虚构） / 价格: 价格：团队版 USD 9/席位/月，按年付费，未含税；月付为 USD 12/席位/月。企业版需单独询价。
状态: 有来源支持
适用条件: 价格：团队版 USD 9/席位/月，按年付费，未含税；月付为 USD 12/席位/月。企业版需单独询价。
证据:
价格段落 价格：团队版 USD 9/席位/月，按年付费，未含税；月付为 USD 12/席位/月。企业版需单独询价。
[02] 森屿笔记（虚构） 当前价格与付款周期; 2026-09-15T00:00:00+00:00; 内置虚构资料; source:992e0a83-ee00-4517-83da-fcb74da37518; version:1
[12] 桥塔知识（虚构） 当前价格与付款周期; 2026-09-15T00:00:00+00:00; 内置虚构资料; source:e29c1329-5df9-4f25-a4e9-c2811be0e616; version:1
[22] 星河文库（虚构） 当前价格与付款周期; 2026-09-15T00:00:00+00:00; 内置虚构资料; source:ef7761eb-f006-4c0b-a77a-aaa784b8644c; version:1
{"kind":"price","title":"团队版年付月均报价","series":"USD/席位/月","labels":["森屿笔记（虚构）","桥塔知识（虚构）","星河文库（虚构）"],"values":[12,18,9],"note":"USD/席位/月，按年付费，未含税。仅比较资料中的团队版标价，企业版和月付条件见对应说明。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森屿笔记（虚构） / SSO: SSO：企业版支持 SAML SSO，团队版不支持；自 2026-09-15 生效。
状态: 有来源支持
适用条件: 
证据:
SSO段落 SSO：企业版支持 SAML SSO，团队版不支持；自 2026-09-15 生效。
桥塔知识（虚构） / SSO: SSO：企业版支持 SAML SSO，团队版不支持；自 2026-06-01 生效。
状态: 有来源支持
适用条件: 
证据:
SSO段落 SSO：企业版支持 SAML SSO，团队版不支持；自 2026-06-01 生效。
星河文库（虚构） / SSO: SSO：未披露 SAML SSO 的支持情况，需要进一步向厂商确认。
状态: 待确认
适用条件: 
证据:
SSO段落 SSO：未披露 SAML SSO 的支持情况，需要进一步向厂商确认。
[03] 森屿笔记（虚构） 安全与登录说明; 2026-09-15T00:00:00+00:00; 内置虚构资料; source:9cec9256-f2bc-4033-9338-fc3787281eb5; version:1
[20] 桥塔知识（虚构） 三月存档说明; 2026-03-01T00:00:00+00:00; 内置虚构资料; source:42dfb0f3-29df-493d-8d4c-6025be740985; version:1
[30] 星河文库（虚构） 三月存档说明; 2026-03-01T00:00:00+00:00; 内置虚构资料; source:e1a084c9-c0bf-4934-b52e-66bf1998daf5;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行业 / 行业背景: 行业背景：无法确认（未找到完整、可定位的原文依据）。
状态: 待确认
适用条件: 原始输出未通过引用定位检查，需要补查。；没有足够的原文证据。
证据:
星河文库（虚构） / SSO: SSO：未披露 SAML SSO 的支持情况，需要进一步向厂商确认。
状态: 待确认
适用条件: 
证据:
SSO段落 SSO：未披露 SAML SSO 的支持情况，需要进一步向厂商确认。
[30] 星河文库（虚构） 三月存档说明; 2026-03-01T00:00:00+00:00; 内置虚构资料; source:e1a084c9-c0bf-4934-b52e-66bf1998daf5; version:1
待确认事项
行业 / 行业背景：没有足够的原文证据。
行业 / 行业背景：行业背景：无法确认（未找到完整、可定位的原文依据）。
星河文库（虚构） / SSO：SSO：未披露 SAML SSO 的支持情况，需要进一步向厂商确认。
本版本变化
森屿笔记（虚构） / SSO：SSO：当前所有套餐均不支持 SAML SSO。 → SSO：企业版支持 SAML SSO，团队版不支持；自 2026-09-15 生效。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report:ff26ff55-0bb6-4c57-b338-a57361da1b61; sha256:10373c5d7078267f4036672641d3a780da7e7f4b4073767dc5e190698f5690be
行业 / 行业背景: 行业背景：无法确认（未找到完整、可定位的原文依据）。
状态: 待确认
适用条件: 原始输出未通过引用定位检查，需要补查。；没有足够的原文证据。
证据:
森屿笔记（虚构） / 定位: 定位：面向中小型咨询团队的项目知识与会议记录。
状态: 有来源支持
适用条件: 
证据:
定位段落 定位：面向中小型咨询团队的项目知识与会议记录。
森屿笔记（虚构） / 核心功能: 核心功能：文档协作、会议纪要关联、引用检索。
状态: 有来源支持
适用条件: 
证据:
核心功能段落 核心功能：文档协作、会议纪要关联、引用检索。
森屿笔记（虚构） / SSO: SSO：企业版支持 SAML SSO，团队版不支持；自 2026-09-15 生效。
状态: 有来源支持
适用条件: 
证据:
SSO段落 SSO：企业版支持 SAML SSO，团队版不支持；自 2026-09-15 生效。
森屿笔记（虚构） / 近期变化: 近期变化：更新文档检索结果的来源定位，并补充登录能力说明。
状态: 有来源支持
适用条件: 厂商声明，未经独立实测。
证据:
近期变化段落 近期变化：更新文档检索结果的来源定位，并补充登录能力说明。
森屿笔记（虚构） / 用户反馈: 用户反馈：一名合成咨询团队用户表示，会议记录能连接项目文档，但初次整理目录需要时间。
状态: 有来源支持
适用条件: 个人反馈，不能代表所有客户体验。
证据:
用户反馈段落 用户反馈：一名合成咨询团队用户表示，会议记录能连接项目文档，但初次整理目录需要时间。
桥塔知识（虚构） / 定位: 定位：面向企业 IT 团队的权限治理与跨部门知识库。
状态: 有来源支持
适用条件: 
证据:
定位段落 定位：面向企业 IT 团队的权限治理与跨部门知识库。
桥塔知识（虚构） / 核心功能: 核心功能：版本管理、权限分组、目录同步。
状态: 有来源支持
适用条件: 
证据:
核心功能段落 核心功能：版本管理、权限分组、目录同步。
桥塔知识（虚构） / SSO: SSO：企业版支持 SAML SSO，团队版不支持；自 2026-06-01 生效。
状态: 有来源支持
适用条件: 
证据:
SSO段落 SSO：企业版支持 SAML SSO，团队版不支持；自 2026-06-01 生效。
桥塔知识（虚构） / 近期变化: 近期变化：更新文档检索结果的来源定位，并补充登录能力说明。
状态: 有来源支持
适用条件: 厂商声明，未经独立实测。
证据:
近期变化段落 近期变化：更新文档检索结果的来源定位，并补充登录能力说明。
桥塔知识（虚构） / 用户反馈: 用户反馈：一名合成 IT 管理员表示，权限分组便于核对，配置步骤较多。
状态: 有来源支持
适用条件: 个人反馈，不能代表所有客户体验。
证据:
用户反馈段落 用户反馈：一名合成 IT 管理员表示，权限分组便于核对，配置步骤较多。
星河文库（虚构） / 定位: 定位：面向创意团队的轻量文档与素材协作。
状态: 有来源支持
适用条件: 
证据:
定位段落 定位：面向创意团队的轻量文档与素材协作。
星河文库（虚构） / 核心功能: 核心功能：共享文档、素材索引、访客评论。
状态: 有来源支持
适用条件: 
证据:
核心功能段落 核心功能：共享文档、素材索引、访客评论。
星河文库（虚构） / SSO: SSO：未披露 SAML SSO 的支持情况，需要进一步向厂商确认。
状态: 待确认
适用条件: 
证据:
SSO段落 SSO：未披露 SAML SSO 的支持情况，需要进一步向厂商确认。
星河文库（虚构） / 近期变化: 近期变化：更新文档检索结果的来源定位，并补充登录能力说明。
状态: 有来源支持
适用条件: 厂商声明，未经独立实测。
证据:
近期变化段落 近期变化：更新文档检索结果的来源定位，并补充登录能力说明。
星河文库（虚构） / 用户反馈: 用户反馈：一名合成设计师表示，访客评论容易上手，大型文件夹查找仍需改进。
状态: 有来源支持
适用条件: 个人反馈，不能代表所有客户体验。
证据:
用户反馈段落 用户反馈：一名合成设计师表示，访客评论容易上手，大型文件夹查找仍需改进。
森屿笔记（虚构） / 价格: 价格：团队版 USD 12/席位/月，按年付费，未含税；月付为 USD 16/席位/月。企业版需单独询价。
状态: 有来源支持
适用条件: 价格：团队版 USD 12/席位/月，按年付费，未含税；月付为 USD 16/席位/月。企业版需单独询价。
证据:
价格段落 价格：团队版 USD 12/席位/月，按年付费，未含税；月付为 USD 16/席位/月。企业版需单独询价。
桥塔知识（虚构） / 价格: 价格：团队版 USD 18/席位/月，按年付费，未含税；月付为 USD 23/席位/月。企业版需单独询价。
状态: 有来源支持
适用条件: 价格：团队版 USD 18/席位/月，按年付费，未含税；月付为 USD 23/席位/月。企业版需单独询价。
证据:
价格段落 价格：团队版 USD 18/席位/月，按年付费，未含税；月付为 USD 23/席位/月。企业版需单独询价。
星河文库（虚构） / 价格: 价格：团队版 USD 9/席位/月，按年付费，未含税；月付为 USD 12/席位/月。企业版需单独询价。
状态: 有来源支持
适用条件: 价格：团队版 USD 9/席位/月，按年付费，未含税；月付为 USD 12/席位/月。企业版需单独询价。
证据:
价格段落 价格：团队版 USD 9/席位/月，按年付费，未含税；月付为 USD 12/席位/月。企业版需单独询价。
[08] 森屿笔记（虚构） 功能介绍补充; 2026-09-12T00:00:00+00:00; 内置虚构资料; source:e3ce7626-a85d-469b-bfa6-ec8e9217aab2; version:1
[06] 森屿笔记（虚构） 常见问题; 2026-09-18T00:00:00+00:00; 内置虚构资料; source:0747beeb-9dd3-4b77-82e5-a51e6f76b5ca; version:1
[03] 森屿笔记（虚构） 安全与登录说明; 2026-09-15T00:00:00+00:00; 内置虚构资料; source:9cec9256-f2bc-4033-9338-fc3787281eb5; version:1
[04] 森屿笔记（虚构） 九月更新记录; 2026-09-15T00:00:00+00:00; 内置虚构资料; source:2d06a309-8e61-4107-917a-6b675f5d659a; version:1
[05] 森屿笔记（虚构） 合成用户体验记录; 2026-09-20T00:00:00+00:00; 内置虚构资料; source:f044d3d2-43e2-4dc8-9a8c-e814b1af3bd9; version:1
[18] 桥塔知识（虚构） 功能介绍补充; 2026-09-12T00:00:00+00:00; 内置虚构资料; source:19ee35b4-0d84-4ab9-8b7d-bf1af282e628; version:1
[16] 桥塔知识（虚构） 常见问题; 2026-09-18T00:00:00+00:00; 内置虚构资料; source:9af714c4-797b-4713-b61c-cce8209c2df2; version:1
[20] 桥塔知识（虚构） 三月存档说明; 2026-03-01T00:00:00+00:00; 内置虚构资料; source:42dfb0f3-29df-493d-8d4c-6025be740985; version:1
[14] 桥塔知识（虚构） 九月更新记录; 2026-09-15T00:00:00+00:00; 内置虚构资料; source:8c72a16b-7995-461f-9ee1-932ba585a317; version:1
[15] 桥塔知识（虚构） 合成用户体验记录; 2026-09-20T00:00:00+00:00; 内置虚构资料; source:c16eac05-e5e3-49db-8ed0-f28fc8e772f7; version:1
[28] 星河文库（虚构） 功能介绍补充; 2026-09-12T00:00:00+00:00; 内置虚构资料; source:dfc3eabe-b711-42ca-b322-5263d8247042; version:1
[26] 星河文库（虚构） 常见问题; 2026-09-18T00:00:00+00:00; 内置虚构资料; source:fc6de470-dc04-4ceb-9660-435cea5572f0; version:1
[30] 星河文库（虚构） 三月存档说明; 2026-03-01T00:00:00+00:00; 内置虚构资料; source:e1a084c9-c0bf-4934-b52e-66bf1998daf5; version:1
[24] 星河文库（虚构） 九月更新记录; 2026-09-15T00:00:00+00:00; 内置虚构资料; source:325c923e-9daa-4b9f-9068-89c2d815f7b4; version:1
[25] 星河文库（虚构） 合成用户体验记录; 2026-09-20T00:00:00+00:00; 内置虚构资料; source:44ecb684-1f9b-4fcc-90cd-a4a43ec565be; version:1
[02] 森屿笔记（虚构） 当前价格与付款周期; 2026-09-15T00:00:00+00:00; 内置虚构资料; source:992e0a83-ee00-4517-83da-fcb74da37518; version:1
[12] 桥塔知识（虚构） 当前价格与付款周期; 2026-09-15T00:00:00+00:00; 内置虚构资料; source:e29c1329-5df9-4f25-a4e9-c2811be0e616; version:1
[22] 星河文库（虚构） 当前价格与付款周期; 2026-09-15T00:00:00+00:00; 内置虚构资料; source:ef7761eb-f006-4c0b-a77a-aaa784b8644c; version:1
BRIEFFORGE_SNAPSHOT_BEGIN
{"report_id":"ff26ff55-0bb6-4c57-b338-a57361da1b61","report_version":1,"content_hash":"10373c5d7078267f4036672641d3a780da7e7f4b4073767dc5e190698f5690be","synthetic":true,"mode":"replay","model_profile":"qwen-default","sections":[{"id":"section-1","heading":"行业背景与研究边界","body":"【待确认】行业背景：无法确认（未找到完整、可定位的原文依据）。 条件与说明：原始输出未通过引用定位检查，需要补查。；没有足够的原文证据。","claim_ids":["02952949-1351-493c-b376-9d252100bdc5"]},{"id":"section-2","heading":"森屿笔记（虚构）：定位、产品与商业条件","body":"定位：面向中小型咨询团队的项目知识与会议记录。\n\n核心功能：文档协作、会议纪要关联、引用检索。\n\nSSO：企业版支持 SAML SSO，团队版不支持；自 2026-09-15 生效。\n\n近期变化：更新文档检索结果的来源定位，并补充登录能力说明。 条件与说明：厂商声明，未经独立实测。\n\n用户反馈：一名合成咨询团队用户表示，会议记录能连接项目文档，但初次整理目录需要时间。 条件与说明：个人反馈，不能代表所有客户体验。\n\n价格：团队版 USD 12/席位/月，按年付费，未含税；月付为 USD 16/席位/月。企业版需单独询价。","claim_ids":["66720cf4-1819-43a7-9354-71273a4049f6","a2ef9949-6e76-4fa4-abda-9eb4520e6f47","89e7c5c3-e16e-4877-914c-1f70dba35c2f","21d12aec-7e43-4a36-89b4-f965e336bcfd","ce73bc52-5d3f-4b1d-811a-8587b4dc96ba","19351a3b-faa4-46d0-943e-0499a3ea10ae"]},{"id":"section-3","heading":"桥塔知识（虚构）：定位、产品与商业条件","body":"定位：面向企业 IT 团队的权限治理与跨部门知识库。\n\n核心功能：版本管理、权限分组、目录同步。\n\nSSO：企业版支持 SAML SSO，团队版不支持；自 2026-06-01 生效。\n\n近期变化：更新文档检索结果的来源定位，并补充登录能力说明。 条件与说明：厂商声明，未经独立实测。\n\n用户反馈：一名合成 IT 管理员表示，权限分组便于核对，配置步骤较多。 条件与说明：个人反馈，不能代表所有客户体验。\n\n价格：团队版 USD 18/席位/月，按年付费，未含税；月付为 USD 23/席位/月。企业版需单独询价。","claim_ids":["59432de9-c35e-47b6-aef3-b47a2d28d78c","51f0e38e-87c7-422b-a2d7-2fbfa004a37d","53b7d4af-ffc4-41b6-bbc3-6891376b8742","ae359489-e36c-4b68-b334-3f20f31af03f","ef1aaf0e-9ed6-4b56-8714-360098e1eb81","b25510f2-8df7-407c-a3ee-b8b35d000071"]},{"id":"section-4","heading":"星河文库（虚构）：定位、产品与商业条件","body":"定位：面向创意团队的轻量文档与素材协作。\n\n核心功能：共享文档、素材索引、访客评论。\n\n【待确认】SSO：未披露 SAML SSO 的支持情况，需要进一步向厂商确认。\n\n近期变化：更新文档检索结果的来源定位，并补充登录能力说明。 条件与说明：厂商声明，未经独立实测。\n\n用户反馈：一名合成设计师表示，访客评论容易上手，大型文件夹查找仍需改进。 条件与说明：个人反馈，不能代表所有客户体验。\n\n价格：团队版 USD 9/席位/月，按年付费，未含税；月付为 USD 12/席位/月。企业版需单独询价。","claim_ids":["2cd271ee-c617-4498-86fa-7aa3d972be23","a97ee3e0-840f-4631-9ff6-2ea34c602381","d8ecc3a8-37b5-4d47-9e2c-7b44bb1fe408","c4f9b1ea-528d-4f31-82c6-3271e76ea907","fcce9171-2743-4321-b947-3008aae6c79f","9c4bb421-4998-414f-a9e4-03c679ad83de"]},{"id":"decision","heading":"下一步决策与验证","body":"本报告按已取得的资料比较产品。可将目标客户、关键功能、完整采购成本和单点登录套餐作为访谈与试用清单；差异化机会仍需客户访谈验证。未披露信息不能视为产品不具备该能力。","claim_ids":[]}],"claims":[{"id":"02952949-1351-493c-b376-9d252100bdc5","subject":"行业","dimension":"行业背景","statement":"行业背景：无法确认（未找到完整、可定位的原文依据）。","status":"uncertain","value":null,"conditions":["原始输出未通过引用定位检查，需要补查。","没有足够的原文证据。"],"evidence":[],"computation":null},{"id":"66720cf4-1819-43a7-9354-71273a4049f6","subject":"森屿笔记（虚构）","dimension":"定位","statement":"定位：面向中小型咨询团队的项目知识与会议记录。","status":"supported","value":"面向中小型咨询团队的项目知识与会议记录。","conditions":[],"evidence":[{"source_id":"e3ce7626-a85d-469b-bfa6-ec8e9217aab2","quote":"定位：面向中小型咨询团队的项目知识与会议记录。","locator":"定位段落"}],"computation":null},{"id":"a2ef9949-6e76-4fa4-abda-9eb4520e6f47","subject":"森屿笔记（虚构）","dimension":"核心功能","statement":"核心功能：文档协作、会议纪要关联、引用检索。","status":"supported","value":"文档协作、会议纪要关联、引用检索。","conditions":[],"evidence":[{"source_id":"0747beeb-9dd3-4b77-82e5-a51e6f76b5ca","quote":"核心功能：文档协作、会议纪要关联、引用检索。","locator":"核心功能段落"}],"computation":null},{"id":"89e7c5c3-e16e-4877-914c-1f70dba35c2f","subject":"森屿笔记（虚构）","dimension":"SSO","statement":"SSO：企业版支持 SAML SSO，团队版不支持；自 2026-09-15 生效。","status":"supported","value":"企业版支持 SAML SSO，团队版不支持；自 2026-09-15 生效。","conditions":[],"evidence":[{"source_id":"9cec9256-f2bc-4033-9338-fc3787281eb5","quote":"SSO：企业版支持 SAML SSO，团队版不支持；自 2026-09-15 生效。","locator":"SSO段落"}],"computation":null},{"id":"21d12aec-7e43-4a36-89b4-f965e336bcfd","subject":"森屿笔记（虚构）","dimension":"近期变化","statement":"近期变化：更新文档检索结果的来源定位，并补充登录能力说明。","status":"supported","value":"更新文档检索结果的来源定位，并补充登录能力说明。","conditions":["厂商声明，未经独立实测。"],"evidence":[{"source_id":"2d06a309-8e61-4107-917a-6b675f5d659a","quote":"近期变化：更新文档检索结果的来源定位，并补充登录能力说明。","locator":"近期变化段落"}],"computation":null},{"id":"ce73bc52-5d3f-4b1d-811a-8587b4dc96ba","subject":"森屿笔记（虚构）","dimension":"用户反馈","statement":"用户反馈：一名合成咨询团队用户表示，会议记录能连接项目文档，但初次整理目录需要时间。","status":"supported","value":"一名合成咨询团队用户表示，会议记录能连接项目文档，但初次整理目录需要时间。","conditions":["个人反馈，不能代表所有客户体验。"],"evidence":[{"source_id":"f044d3d2-43e2-4dc8-9a8c-e814b1af3bd9","quote":"用户反馈：一名合成咨询团队用户表示，会议记录能连接项目文档，但初次整理目录需要时间。","locator":"用户反馈段落"}],"computation":null},{"id":"59432de9-c35e-47b6-aef3-b47a2d28d78c","subject":"桥塔知识（虚构）","dimension":"定位","statement":"定位：面向企业 IT 团队的权限治理与跨部门知识库。","status":"supported","value":"面向企业 IT 团队的权限治理与跨部门知识库。","conditions":[],"evidence":[{"source_id":"19ee35b4-0d84-4ab9-8b7d-bf1af282e628","quote":"定位：面向企业 IT 团队的权限治理与跨部门知识库。","locator":"定位段落"}],"computation":null},{"id":"51f0e38e-87c7-422b-a2d7-2fbfa004a37d","subject":"桥塔知识（虚构）","dimension":"核心功能","statement":"核心功能：版本管理、权限分组、目录同步。","status":"supported","value":"版本管理、权限分组、目录同步。","conditions":[],"evidence":[{"source_id":"9af714c4-797b-4713-b61c-cce8209c2df2","quote":"核心功能：版本管理、权限分组、目录同步。","locator":"核心功能段落"}],"computation":null},{"id":"53b7d4af-ffc4-41b6-bbc3-6891376b8742","subject":"桥塔知识（虚构）","dimension":"SSO","statement":"SSO：企业版支持 SAML SSO，团队版不支持；自 2026-06-01 生效。","status":"supported","value":"企业版支持 SAML SSO，团队版不支持；自 2026-06-01 生效。","conditions":[],"evidence":[{"source_id":"42dfb0f3-29df-493d-8d4c-6025be740985","quote":"SSO：企业版支持 SAML SSO，团队版不支持；自 2026-06-01 生效。","locator":"SSO段落"}],"computation":null},{"id":"ae359489-e36c-4b68-b334-3f20f31af03f","subject":"桥塔知识（虚构）","dimension":"近期变化","statement":"近期变化：更新文档检索结果的来源定位，并补充登录能力说明。","status":"supported","value":"更新文档检索结果的来源定位，并补充登录能力说明。","conditions":["厂商声明，未经独立实测。"],"evidence":[{"source_id":"8c72a16b-7995-461f-9ee1-932ba585a317","quote":"近期变化：更新文档检索结果的来源定位，并补充登录能力说明。","locator":"近期变化段落"}],"computation":null},{"id":"ef1aaf0e-9ed6-4b56-8714-360098e1eb81","subject":"桥塔知识（虚构）","dimension":"用户反馈","statement":"用户反馈：一名合成 IT 管理员表示，权限分组便于核对，配置步骤较多。","status":"supported","value":"一名合成 IT 管理员表示，权限分组便于核对，配置步骤较多。","conditions":["个人反馈，不能代表所有客户体验。"],"evidence":[{"source_id":"c16eac05-e5e3-49db-8ed0-f28fc8e772f7","quote":"用户反馈：一名合成 IT 管理员表示，权限分组便于核对，配置步骤较多。","locator":"用户反馈段落"}],"computation":null},{"id":"2cd271ee-c617-4498-86fa-7aa3d972be23","subject":"星河文库（虚构）","dimension":"定位","statement":"定位：面向创意团队的轻量文档与素材协作。","status":"supported","value":"面向创意团队的轻量文档与素材协作。","conditions":[],"evidence":[{"source_id":"dfc3eabe-b711-42ca-b322-5263d8247042","quote":"定位：面向创意团队的轻量文档与素材协作。","locator":"定位段落"}],"computation":null},{"id":"a97ee3e0-840f-4631-9ff6-2ea34c602381","subject":"星河文库（虚构）","dimension":"核心功能","statement":"核心功能：共享文档、素材索引、访客评论。","status":"supported","value":"共享文档、素材索引、访客评论。","conditions":[],"evidence":[{"source_id":"fc6de470-dc04-4ceb-9660-435cea5572f0","quote":"核心功能：共享文档、素材索引、访客评论。","locator":"核心功能段落"}],"computation":null},{"id":"d8ecc3a8-37b5-4d47-9e2c-7b44bb1fe408","subject":"星河文库（虚构）","dimension":"SSO","statement":"SSO：未披露 SAML SSO 的支持情况，需要进一步向厂商确认。","status":"uncertain","value":"未披露 SAML SSO 的支持情况，需要进一步向厂商确认。","conditions":[],"evidence":[{"source_id":"e1a084c9-c0bf-4934-b52e-66bf1998daf5","quote":"SSO：未披露 SAML SSO 的支持情况，需要进一步向厂商确认。","locator":"SSO段落"}],"computation":null},{"id":"c4f9b1ea-528d-4f31-82c6-3271e76ea907","subject":"星河文库（虚构）","dimension":"近期变化","statement":"近期变化：更新文档检索结果的来源定位，并补充登录能力说明。","status":"supported","value":"更新文档检索结果的来源定位，并补充登录能力说明。","conditions":["厂商声明，未经独立实测。"],"evidence":[{"source_id":"325c923e-9daa-4b9f-9068-89c2d815f7b4","quote":"近期变化：更新文档检索结果的来源定位，并补充登录能力说明。","locator":"近期变化段落"}],"computation":null},{"id":"fcce9171-2743-4321-b947-3008aae6c79f","subject":"星河文库（虚构）","dimension":"用户反馈","statement":"用户反馈：一名合成设计师表示，访客评论容易上手，大型文件夹查找仍需改进。","status":"supported","value":"一名合成设计师表示，访客评论容易上手，大型文件夹查找仍需改进。","conditions":["个人反馈，不能代表所有客户体验。"],"evidence":[{"source_id":"44ecb684-1f9b-4fcc-90cd-a4a43ec565be","quote":"用户反馈：一名合成设计师表示，访客评论容易上手，大型文件夹查找仍需改进。","locator":"用户反馈段落"}],"computation":null},{"id":"19351a3b-faa4-46d0-943e-0499a3ea10ae","subject":"森屿笔记（虚构）","dimension":"价格","statement":"价格：团队版 USD 12/席位/月，按年付费，未含税；月付为 USD 16/席位/月。企业版需单独询价。","status":"supported","value":"团队版 USD 12/席位/月，按年付费，未含税；月付为 USD 16/席位/月。企业版需单独询价。","conditions":["价格：团队版 USD 12/席位/月，按年付费，未含税；月付为 USD 16/席位/月。企业版需单独询价。"],"evidence":[{"source_id":"992e0a83-ee00-4517-83da-fcb74da37518","quote":"价格：团队版 USD 12/席位/月，按年付费，未含税；月付为 USD 16/席位/月。企业版需单独询价。","locator":"价格段落"}],"computation":null},{"id":"b25510f2-8df7-407c-a3ee-b8b35d000071","subject":"桥塔知识（虚构）","dimension":"价格","statement":"价格：团队版 USD 18/席位/月，按年付费，未含税；月付为 USD 23/席位/月。企业版需单独询价。","status":"supported","value":"团队版 USD 18/席位/月，按年付费，未含税；月付为 USD 23/席位/月。企业版需单独询价。","conditions":["价格：团队版 USD 18/席位/月，按年付费，未含税；月付为 USD 23/席位/月。企业版需单独询价。"],"evidence":[{"source_id":"e29c1329-5df9-4f25-a4e9-c2811be0e616","quote":"价格：团队版 USD 18/席位/月，按年付费，未含税；月付为 USD 23/席位/月。企业版需单独询价。","locator":"价格段落"}],"computation":null},{"id":"9c4bb421-4998-414f-a9e4-03c679ad83de","subject":"星河文库（虚构）","dimension":"价格","statement":"价格：团队版 USD 9/席位/月，按年付费，未含税；月付为 USD 12/席位/月。企业版需单独询价。","status":"supported","value":"团队版 USD 9/席位/月，按年付费，未含税；月付为 USD 12/席位/月。企业版需单独询价。","conditions":["价格：团队版 USD 9/席位/月，按年付费，未含税；月付为 USD 12/席位/月。企业版需单独询价。"],"evidence":[{"source_id":"ef7761eb-f006-4c0b-a77a-aaa784b8644c","quote":"价格：团队版 USD 9/席位/月，按年付费，未含税；月付为 USD 12/席位/月。企业版需单独询价。","locator":"价格段落"}],"computation":null}],"sources":[{"id":"efcf1c26-ffa6-416f-9b68-b037358a77fe","title":"森屿笔记（虚构） 产品概览","version":1,"sha256":"2c6eb62405825461b677adf6d4b2ac1b5af50a66c55e6f618189a12f07ce9f58","published_at":"2026-09-01T00:00:00+00:00","url":null,"synthetic":true},{"id":"992e0a83-ee00-4517-83da-fcb74da37518","title":"森屿笔记（虚构） 当前价格与付款周期","version":1,"sha256":"9f20d0e5703f951ccb5f4a83e5cb77f564c95bf75261db827da7248257fc2d93","published_at":"2026-09-15T00:00:00+00:00","url":null,"synthetic":true},{"id":"9cec9256-f2bc-4033-9338-fc3787281eb5","title":"森屿笔记（虚构） 安全与登录说明","version":1,"sha256":"747086effc357f0f0eb9b526d978fec5e206a110df14bcafd258787399e56cce","published_at":"2026-09-15T00:00:00+00:00","url":null,"synthetic":true},{"id":"2d06a309-8e61-4107-917a-6b675f5d659a","title":"森屿笔记（虚构） 九月更新记录","version":1,"sha256":"a69a0a84ef43fbc4752ed1fc08414d88a04d0ada007c12c340b6dbea12af66ba","published_at":"2026-09-15T00:00:00+00:00","url":null,"synthetic":true},{"id":"f044d3d2-43e2-4dc8-9a8c-e814b1af3bd9","title":"森屿笔记（虚构） 合成用户体验记录","version":1,"sha256":"afd9eacee9f6ddea1ada349fa14a5ed52290ec07db9327430f9c37d60cd20b22","published_at":"2026-09-20T00:00:00+00:00","url":null,"synthetic":true},{"id":"0747beeb-9dd3-4b77-82e5-a51e6f76b5ca","title":"森屿笔记（虚构） 常见问题","version":1,"sha256":"0082d8c5ce20fd5b3b12576c1ac7fabfa696a8832dbd57e981a725fb804bd5d1","published_at":"2026-09-18T00:00:00+00:00","url":null,"synthetic":true},{"id":"0b4400a9-84bd-4bcd-8dc2-e1fed795262c","title":"森屿笔记（虚构） 订阅与取消条款","version":1,"sha256":"b191297ef72fb09e6bc823e763c413505ffed658abfb5bafcd61e8656c2ddb9b","published_at":"2026-09-15T00:00:00+00:00","url":null,"synthetic":true},{"id":"e3ce7626-a85d-469b-bfa6-ec8e9217aab2","title":"森屿笔记（虚构） 功能介绍补充","version":1,"sha256":"b0f1a03322e1ae768061d1d77ed1deb96733490bb72a9babf78791198500cefc","published_at":"2026-09-12T00:00:00+00:00","url":null,"synthetic":true},{"id":"53608c71-9d3a-4d2c-b1da-83b31070a8a6","title":"森屿笔记（虚构） 虚构客户应用故事","version":1,"sha256":"b408d2b16532ce24f030cf112f142eb707a554b4c81db19fd1664795dd471d0a","published_at":"2026-09-10T00:00:00+00:00","url":null,"synthetic":true},{"id":"69f0e411-92fa-4bb3-ac12-b1f0ddf5d1ec","title":"森屿笔记（虚构） 三月存档说明","version":1,"sha256":"fd8e50d17ea3789b25afaeb98acd05c0d5a05b2f4462fb907c855fad38f75c94","published_at":"2026-03-01T00:00:00+00:00","url":null,"synthetic":true},{"id":"7d1d1134-78f7-4a0f-898c-bb9e7610d956","title":"桥塔知识（虚构） 产品概览","version":1,"sha256":"a760daeed64f9764c08be0d4091eb639bd4acb16e7a396fa46b9318ecc3e77b2","published_at":"2026-09-01T00:00:00+00:00","url":null,"synthetic":true},{"id":"e29c1329-5df9-4f25-a4e9-c2811be0e616","title":"桥塔知识（虚构） 当前价格与付款周期","version":1,"sha256":"193fa1ccbadb4f790ea1c0dc8ee108378d5e6bcd75454afa353052a617e97e01","published_at":"2026-09-15T00:00:00+00:00","url":null,"synthetic":true},{"id":"6cdb7c92-65ea-4d8e-a5d4-ddbe4274839a","title":"桥塔知识（虚构） 安全与登录说明","version":1,"sha256":"e7aa136700b1498d15be90675a2bdf897fca3b3b7275c3fa4f7f5c1036823afb","published_at":"2026-09-15T00:00:00+00:00","url":null,"synthetic":true},{"id":"8c72a16b-7995-461f-9ee1-932ba585a317","title":"桥塔知识（虚构） 九月更新记录","version":1,"sha256":"baf92f99994d15c511795f16cb0d0620a6fba0d5032b149eb764d24cc9848fe6","published_at":"2026-09-15T00:00:00+00:00","url":null,"synthetic":true},{"id":"c16eac05-e5e3-49db-8ed0-f28fc8e772f7","title":"桥塔知识（虚构） 合成用户体验记录","version":1,"sha256":"63cb7434e5fc0f911f00b45d7a665525803cdc3b8b72dd3424e240e470c350d3","published_at":"2026-09-20T00:00:00+00:00","url":null,"synthetic":true},{"id":"9af714c4-797b-4713-b61c-cce8209c2df2","title":"桥塔知识（虚构） 常见问题","version":1,"sha256":"05a3c07a6e540f643132be784705544d8ff5096a80fdb5bb6f0817ab69fa34cf","published_at":"2026-09-18T00:00:00+00:00","url":null,"synthetic":true},{"id":"8cca4df8-91ec-4c26-a747-c0cfa5ce1dc8","title":"桥塔知识（虚构） 订阅与取消条款","version":1,"sha256":"b191297ef72fb09e6bc823e763c413505ffed658abfb5bafcd61e8656c2ddb9b","published_at":"2026-09-15T00:00:00+00:00","url":null,"synthetic":true},{"id":"19ee35b4-0d84-4ab9-8b7d-bf1af282e628","title":"桥塔知识（虚构） 功能介绍补充","version":1,"sha256":"f7cd3892535363f44635aa46f8115bafa7641a43ae4d06cc4626429649d21677","published_at":"2026-09-12T00:00:00+00:00","url":null,"synthetic":true},{"id":"f6d211e9-9006-4e3e-b48f-4622c2a7081c","title":"桥塔知识（虚构） 虚构客户应用故事","version":1,"sha256":"b408d2b16532ce24f030cf112f142eb707a554b4c81db19fd1664795dd471d0a","published_at":"2026-09-10T00:00:00+00:00","url":null,"synthetic":true},{"id":"42dfb0f3-29df-493d-8d4c-6025be740985","title":"桥塔知识（虚构） 三月存档说明","version":1,"sha256":"a10255e3d3c901176c1248d90373b5da7553b60d59d4d62a5f4097525864ff08","published_at":"2026-03-01T00:00:00+00:00","url":null,"synthetic":true},{"id":"d52715e2-c28e-48bc-87b9-da3047b25421","title":"星河文库（虚构） 产品概览","version":1,"sha256":"afc2940e12178ee6ec49ed5b7e0b306efe0f42aad32799c24def4c6487a6e1a1","published_at":"2026-09-01T00:00:00+00:00","url":null,"synthetic":true},{"id":"ef7761eb-f006-4c0b-a77a-aaa784b8644c","title":"星河文库（虚构） 当前价格与付款周期","version":1,"sha256":"3bae548524f42577c042a228c276eed4bc5ce651082ad529cc1696f1d8e2b965","published_at":"2026-09-15T00:00:00+00:00","url":null,"synthetic":true},{"id":"2dfe2d91-26e4-4661-934a-82ea85e2055d","title":"星河文库（虚构） 安全与登录说明","version":1,"sha256":"d038b01426f254218d6aaeb3fd97ab26d3feb53f4d6128084ab8249819e05234","published_at":"2026-09-15T00:00:00+00:00","url":null,"synthetic":true},{"id":"325c923e-9daa-4b9f-9068-89c2d815f7b4","title":"星河文库（虚构） 九月更新记录","version":1,"sha256":"164f3912388cbaa37aa1b4f91d4a1f268f5a9928ebca5c00984dc44426710910","published_at":"2026-09-15T00:00:00+00:00","url":null,"synthetic":true},{"id":"44ecb684-1f9b-4fcc-90cd-a4a43ec565be","title":"星河文库（虚构） 合成用户体验记录","version":1,"sha256":"2b9c177b35ea56a8b021a683df2f879fa186b865e70db1c106b8edb598d173bc","published_at":"2026-09-20T00:00:00+00:00","url":null,"synthetic":true},{"id":"fc6de470-dc04-4ceb-9660-435cea5572f0","title":"星河文库（虚构） 常见问题","version":1,"sha256":"1398915b1f107fe61c186d32116b9af37fd8d34be7ca816749a91c5bcecda3e5","published_at":"2026-09-18T00:00:00+00:00","url":null,"synthetic":true},{"id":"79b51e1a-e303-4309-8ce0-4639279d1e79","title":"星河文库（虚构） 订阅与取消条款","version":1,"sha256":"b191297ef72fb09e6bc823e763c413505ffed658abfb5bafcd61e8656c2ddb9b","published_at":"2026-09-15T00:00:00+00:00","url":null,"synthetic":true},{"id":"dfc3eabe-b711-42ca-b322-5263d8247042","title":"星河文库（虚构） 功能介绍补充","version":1,"sha256":"9e3e00743c8d455df66f05b81d481ca92a1622ee049780f484b8d0a2ecf0ecb5","published_at":"2026-09-12T00:00:00+00:00","url":null,"synthetic":true},{"id":"6dab3122-ae73-44ff-85b7-180c8a3fde2f","title":"星河文库（虚构） 虚构客户应用故事","version":1,"sha256":"b408d2b16532ce24f030cf112f142eb707a554b4c81db19fd1664795dd471d0a","published_at":"2026-09-10T00:00:00+00:00","url":null,"synthetic":true},{"id":"e1a084c9-c0bf-4934-b52e-66bf1998daf5","title":"星河文库（虚构） 三月存档说明","version":1,"sha256":"66bfb283073793b8030f16e976f532d392a376900d8984fcb1dd39044b9ca7e7","published_at":"2026-03-01T00:00:00+00:00","url":null,"synthetic":true}]}
BRIEFFORGE_SNAPSHOT_END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行业与竞品研究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56232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团队知识库 SaaS 竞品研究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34564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    桥塔知识（虚构）    星河文库（虚构）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46451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虚构厂商与合成资料演示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不可作为真实市场或采购结论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0789920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森屿笔记（虚构）：定位：面向中小型咨询团队的项目知识与会议记录。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森屿笔记（虚构）：SSO：企业版支持 SAML SSO，团队版不支持；自 2026-09-15 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桥塔知识（虚构）：定位：面向企业 IT 团队的权限治理与跨部门知识库。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桥塔知识（虚构）：SSO：企业版支持 SAML SSO，团队版不支持；自 2026-06-01 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星河文库（虚构）：定位：面向创意团队的轻量文档与素材协作。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星河文库（虚构）：【待确认】SSO：未披露 SAML SSO 的支持情况，需要进一步向厂商确认。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森屿笔记（虚构）：价格：团队版 USD 12/席位/月，按年付费，未含税；月付为 USD 16/席位/月。企业版需单独询价。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桥塔知识（虚构）：价格：团队版 USD 18/席位/月，按年付费，未含税；月付为 USD 23/席位/月。企业版需单独询价。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冻结资料 30 份    研究事实 19 条    报告版本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产品定位比较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99616"/>
          <a:ext cx="1088136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8001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定位与目标场景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定位：面向中小型咨询团队的项目知识与会议记录。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定位：面向企业 IT 团队的权限治理与跨部门知识库。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定位：面向创意团队的轻量文档与素材协作。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[08] [18]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定位：面向中小型咨询团队的项目知识与会议记录。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核心功能：文档协作、会议纪要关联、引用检索。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近期变化：更新文档检索结果的来源定位，并补充登录能力说明。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适用条件：厂商声明，未经独立实测。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用户反馈：一名合成咨询团队用户表示，会议记录能连接项目文档，但初次整理目录需要时间。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适用条件：个人反馈，不能代表所有客户体验。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[02] [03] [04] [05] [06] [08]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定位：面向企业 IT 团队的权限治理与跨部门知识库。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核心功能：版本管理、权限分组、目录同步。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近期变化：更新文档检索结果的来源定位，并补充登录能力说明。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适用条件：厂商声明，未经独立实测。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用户反馈：一名合成 IT 管理员表示，权限分组便于核对，配置步骤较多。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适用条件：个人反馈，不能代表所有客户体验。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[12] [14] [15] [16] [18] [20]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定位：面向创意团队的轻量文档与素材协作。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核心功能：共享文档、素材索引、访客评论。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近期变化：更新文档检索结果的来源定位，并补充登录能力说明。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适用条件：厂商声明，未经独立实测。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用户反馈：一名合成设计师表示，访客评论容易上手，大型文件夹查找仍需改进。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适用条件：个人反馈，不能代表所有客户体验。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[22] [24] [25] [26] [28] [30]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团队版年付月均报价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17320"/>
          <a:ext cx="489204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33872" y="1444752"/>
            <a:ext cx="568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33872" y="1865376"/>
            <a:ext cx="5687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12/席位/月，按年付费，未含税；月付为 USD 16/席位/月。企业版需单独询价。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33872" y="2788920"/>
            <a:ext cx="568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33872" y="3209544"/>
            <a:ext cx="5687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18/席位/月，按年付费，未含税；月付为 USD 23/席位/月。企业版需单独询价。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33872" y="4133088"/>
            <a:ext cx="5687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33872" y="4553712"/>
            <a:ext cx="5687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9/席位/月，按年付费，未含税；月付为 USD 12/席位/月。企业版需单独询价。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1792" y="5477256"/>
            <a:ext cx="1089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USD/席位/月，按年付费，未含税。仅比较资料中的团队版标价，企业版和月付条件见对应说明。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" y="603504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[02] [12] [22]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能力与套餐条件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3794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SSO：企业版支持 SAML SSO，团队版不支持；自 2026-09-15 生效。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5526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SSO：企业版支持 SAML SSO，团队版不支持；自 2026-06-01 生效。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7258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待确认：SSO：未披露 SAML SSO 的支持情况，需要进一步向厂商确认。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[03] [20] [30]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待确认事项与研究限制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0820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行业背景：没有足够的原文证据。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行业背景：行业背景：无法确认（未找到完整、可定位的原文依据）。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SSO：SSO：未披露 SAML SSO 的支持情况，需要进一步向厂商确认。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资料来源与报告版本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固定响应回放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108173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[01] 森屿笔记（虚构）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森屿笔记（虚构） 当前价格与付款周期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[03] 森屿笔记（虚构） 安全与登录说明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[04] 森屿笔记（虚构） 九月更新记录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[05] 森屿笔记（虚构） 合成用户体验记录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[06] 森屿笔记（虚构） 常见问题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[07] 森屿笔记（虚构） 订阅与取消条款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[08] 森屿笔记（虚构） 功能介绍补充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[09] 森屿笔记（虚构） 虚构客户应用故事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森屿笔记（虚构） 三月存档说明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桥塔知识（虚构）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桥塔知识（虚构） 当前价格与付款周期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30 项来源及逐条证据见演讲者备注和 Word 附录。报告版本 1。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BriefForge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团队知识库 SaaS 竞品研究</dc:title>
  <dc:subject>虚构测试资料; report:ff26ff55-0bb6-4c57-b338-a57361da1b61; sha256:10373c5d7078267f4036672641d3a780da7e7f4b4073767dc5e190698f5690be</dc:subject>
  <dc:creator>BriefForge</dc:creator>
  <cp:lastModifiedBy>BriefForge</cp:lastModifiedBy>
  <cp:revision>1</cp:revision>
  <dcterms:created xsi:type="dcterms:W3CDTF">2026-10-02T10:56:02Z</dcterms:created>
  <dcterms:modified xsi:type="dcterms:W3CDTF">2026-10-02T10:56:02Z</dcterms:modified>
</cp:coreProperties>
</file>